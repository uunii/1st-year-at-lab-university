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7" r:id="rId1"/>
  </p:sldMasterIdLst>
  <p:notesMasterIdLst>
    <p:notesMasterId r:id="rId7"/>
  </p:notesMasterIdLst>
  <p:sldIdLst>
    <p:sldId id="256" r:id="rId2"/>
    <p:sldId id="257" r:id="rId3"/>
    <p:sldId id="261" r:id="rId4"/>
    <p:sldId id="343" r:id="rId5"/>
    <p:sldId id="344" r:id="rId6"/>
  </p:sldIdLst>
  <p:sldSz cx="9144000" cy="5143500" type="screen16x9"/>
  <p:notesSz cx="6858000" cy="9144000"/>
  <p:embeddedFontLst>
    <p:embeddedFont>
      <p:font typeface="Livvic" pitchFamily="2" charset="0"/>
      <p:regular r:id="rId8"/>
      <p:bold r:id="rId9"/>
      <p:italic r:id="rId10"/>
      <p:boldItalic r:id="rId11"/>
    </p:embeddedFont>
    <p:embeddedFont>
      <p:font typeface="Roboto Condensed Light" panose="02000000000000000000" pitchFamily="2" charset="0"/>
      <p:regular r:id="rId12"/>
      <p:bold r:id="rId13"/>
      <p:italic r:id="rId14"/>
      <p:boldItalic r:id="rId15"/>
    </p:embeddedFont>
    <p:embeddedFont>
      <p:font typeface="Squada One" panose="020B0604020202020204" charset="0"/>
      <p:regular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D3E254-F393-4248-A154-7BDD17594155}">
  <a:tblStyle styleId="{7ED3E254-F393-4248-A154-7BDD1759415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3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555f6d730f1d2774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555f6d730f1d2774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9d319948b2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9d319948b2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a3f3a6d75d_3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a3f3a6d75d_3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0166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ga3f3a6d75d_3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0" name="Google Shape;2220;ga3f3a6d75d_3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4383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 flipH="1">
            <a:off x="1375550" y="3092475"/>
            <a:ext cx="6393000" cy="6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0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" y="-399756"/>
            <a:ext cx="9144000" cy="4369387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457200" y="2932650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Squada One"/>
              <a:buNone/>
              <a:defRPr sz="3000">
                <a:latin typeface="Squada One"/>
                <a:ea typeface="Squada One"/>
                <a:cs typeface="Squada One"/>
                <a:sym typeface="Squada One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457275" y="31925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80849" y="-923890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51655" y="3988100"/>
            <a:ext cx="2300675" cy="207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>
            <a:spLocks noGrp="1"/>
          </p:cNvSpPr>
          <p:nvPr>
            <p:ph type="ctrTitle"/>
          </p:nvPr>
        </p:nvSpPr>
        <p:spPr>
          <a:xfrm flipH="1">
            <a:off x="502200" y="445025"/>
            <a:ext cx="8184600" cy="6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1255350" y="1454625"/>
            <a:ext cx="6633300" cy="324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Livvic"/>
              <a:buAutoNum type="arabicPeriod"/>
              <a:defRPr sz="12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 sz="12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2">
  <p:cSld name="CUSTOM_3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6"/>
          <p:cNvSpPr txBox="1">
            <a:spLocks noGrp="1"/>
          </p:cNvSpPr>
          <p:nvPr>
            <p:ph type="subTitle" idx="1"/>
          </p:nvPr>
        </p:nvSpPr>
        <p:spPr>
          <a:xfrm>
            <a:off x="4511650" y="3131900"/>
            <a:ext cx="37179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  <a:defRPr sz="1000"/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ctrTitle"/>
          </p:nvPr>
        </p:nvSpPr>
        <p:spPr>
          <a:xfrm>
            <a:off x="4511650" y="1054625"/>
            <a:ext cx="3717900" cy="1864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3400"/>
              </a:spcBef>
              <a:spcAft>
                <a:spcPts val="0"/>
              </a:spcAft>
              <a:buSzPts val="36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176" y="-501681"/>
            <a:ext cx="3802725" cy="343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10" y="2213744"/>
            <a:ext cx="3802725" cy="343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25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51926" y="-847134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6559554" y="-846583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552472" y="2791087"/>
            <a:ext cx="3136825" cy="283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549518" y="2790536"/>
            <a:ext cx="3136825" cy="28303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50"/>
          <p:cNvSpPr txBox="1">
            <a:spLocks noGrp="1"/>
          </p:cNvSpPr>
          <p:nvPr>
            <p:ph type="ctrTitle"/>
          </p:nvPr>
        </p:nvSpPr>
        <p:spPr>
          <a:xfrm flipH="1">
            <a:off x="540000" y="452237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29"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60"/>
          <p:cNvSpPr txBox="1">
            <a:spLocks noGrp="1"/>
          </p:cNvSpPr>
          <p:nvPr>
            <p:ph type="ctrTitle"/>
          </p:nvPr>
        </p:nvSpPr>
        <p:spPr>
          <a:xfrm flipH="1">
            <a:off x="540000" y="456180"/>
            <a:ext cx="8064000" cy="67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pic>
        <p:nvPicPr>
          <p:cNvPr id="547" name="Google Shape;547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770966" y="39734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18995" y="3893567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7769829" y="-210835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0" name="Google Shape;550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929394" y="-130910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41"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6843313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12" y="-9498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41_1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7247964" y="3135292"/>
            <a:ext cx="2300675" cy="20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 flipH="1">
            <a:off x="-984228" y="3055367"/>
            <a:ext cx="2300675" cy="207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445025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quada One"/>
              <a:buNone/>
              <a:defRPr sz="3000">
                <a:solidFill>
                  <a:schemeClr val="lt1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Condensed Light"/>
              <a:buChar char="●"/>
              <a:defRPr sz="1800"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●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Condensed Light"/>
              <a:buChar char="○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Roboto Condensed Light"/>
              <a:buChar char="■"/>
              <a:defRPr>
                <a:solidFill>
                  <a:schemeClr val="lt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62" r:id="rId4"/>
    <p:sldLayoutId id="2147483696" r:id="rId5"/>
    <p:sldLayoutId id="2147483706" r:id="rId6"/>
    <p:sldLayoutId id="2147483709" r:id="rId7"/>
    <p:sldLayoutId id="214748371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94"/>
          <p:cNvSpPr txBox="1">
            <a:spLocks noGrp="1"/>
          </p:cNvSpPr>
          <p:nvPr>
            <p:ph type="title"/>
          </p:nvPr>
        </p:nvSpPr>
        <p:spPr>
          <a:xfrm>
            <a:off x="457200" y="3172795"/>
            <a:ext cx="8229600" cy="51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All about “ICT”</a:t>
            </a:r>
            <a:endParaRPr dirty="0"/>
          </a:p>
        </p:txBody>
      </p:sp>
      <p:sp>
        <p:nvSpPr>
          <p:cNvPr id="766" name="Google Shape;766;p94"/>
          <p:cNvSpPr txBox="1">
            <a:spLocks noGrp="1"/>
          </p:cNvSpPr>
          <p:nvPr>
            <p:ph type="subTitle" idx="1"/>
          </p:nvPr>
        </p:nvSpPr>
        <p:spPr>
          <a:xfrm>
            <a:off x="457200" y="3954525"/>
            <a:ext cx="8229600" cy="4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dirty="0"/>
              <a:t>Team ONE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97C742D-114D-2969-DCEC-74DDE9F48789}"/>
              </a:ext>
            </a:extLst>
          </p:cNvPr>
          <p:cNvSpPr txBox="1"/>
          <p:nvPr/>
        </p:nvSpPr>
        <p:spPr>
          <a:xfrm>
            <a:off x="1828218" y="256351"/>
            <a:ext cx="7753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  <a:cs typeface="Times New Roman" panose="02020603050405020304" pitchFamily="18" charset="0"/>
              </a:rPr>
              <a:t>What is ICT ?  </a:t>
            </a:r>
          </a:p>
          <a:p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  <a:cs typeface="Times New Roman" panose="02020603050405020304" pitchFamily="18" charset="0"/>
              </a:rPr>
              <a:t>(</a:t>
            </a:r>
            <a:r>
              <a:rPr lang="en-US" sz="2800" b="0" i="0" u="none" strike="noStrike" dirty="0">
                <a:solidFill>
                  <a:schemeClr val="tx1"/>
                </a:solidFill>
                <a:effectLst/>
                <a:latin typeface="Squada One" panose="020B0604020202020204" charset="0"/>
                <a:cs typeface="Times New Roman" panose="02020603050405020304" pitchFamily="18" charset="0"/>
              </a:rPr>
              <a:t>Information and Communications technology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  <a:cs typeface="Times New Roman" panose="02020603050405020304" pitchFamily="18" charset="0"/>
              </a:rPr>
              <a:t>)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quada One" panose="020B0604020202020204" charset="0"/>
                <a:cs typeface="Times New Roman" panose="02020603050405020304" pitchFamily="18" charset="0"/>
              </a:rPr>
              <a:t>​</a:t>
            </a:r>
            <a:endParaRPr lang="en-US" sz="2000" dirty="0">
              <a:latin typeface="Squada One" panose="020B0604020202020204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2898D-A605-75B3-7C9F-7F829813C8B5}"/>
              </a:ext>
            </a:extLst>
          </p:cNvPr>
          <p:cNvSpPr txBox="1"/>
          <p:nvPr/>
        </p:nvSpPr>
        <p:spPr>
          <a:xfrm>
            <a:off x="79397" y="1305769"/>
            <a:ext cx="70199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</a:rPr>
              <a:t>               </a:t>
            </a:r>
            <a:r>
              <a:rPr lang="en-US" sz="1600" dirty="0">
                <a:latin typeface="Squada One" panose="020B0604020202020204" charset="0"/>
              </a:rPr>
              <a:t>ICT </a:t>
            </a: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</a:rPr>
              <a:t>is an umbrella term for communication equipment and software.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Squada One" panose="020B0604020202020204" charset="0"/>
              </a:rPr>
              <a:t>​</a:t>
            </a:r>
            <a:endParaRPr lang="en-US" sz="1200" b="0" i="0" dirty="0">
              <a:solidFill>
                <a:srgbClr val="000000"/>
              </a:solidFill>
              <a:effectLst/>
              <a:latin typeface="Squada One" panose="020B0604020202020204" charset="0"/>
            </a:endParaRPr>
          </a:p>
          <a:p>
            <a:endParaRPr lang="en-US" dirty="0"/>
          </a:p>
        </p:txBody>
      </p:sp>
      <p:grpSp>
        <p:nvGrpSpPr>
          <p:cNvPr id="21" name="Google Shape;7849;p174">
            <a:extLst>
              <a:ext uri="{FF2B5EF4-FFF2-40B4-BE49-F238E27FC236}">
                <a16:creationId xmlns:a16="http://schemas.microsoft.com/office/drawing/2014/main" id="{C47E9857-3B21-4EFA-7CFB-0A5990DC845E}"/>
              </a:ext>
            </a:extLst>
          </p:cNvPr>
          <p:cNvGrpSpPr/>
          <p:nvPr/>
        </p:nvGrpSpPr>
        <p:grpSpPr>
          <a:xfrm>
            <a:off x="400440" y="1320275"/>
            <a:ext cx="259636" cy="334303"/>
            <a:chOff x="-38275925" y="1946600"/>
            <a:chExt cx="231600" cy="317450"/>
          </a:xfrm>
          <a:solidFill>
            <a:schemeClr val="tx1"/>
          </a:solidFill>
        </p:grpSpPr>
        <p:sp>
          <p:nvSpPr>
            <p:cNvPr id="22" name="Google Shape;7850;p174">
              <a:extLst>
                <a:ext uri="{FF2B5EF4-FFF2-40B4-BE49-F238E27FC236}">
                  <a16:creationId xmlns:a16="http://schemas.microsoft.com/office/drawing/2014/main" id="{E2AC1450-5F8B-6E26-37B0-554C2D7EE362}"/>
                </a:ext>
              </a:extLst>
            </p:cNvPr>
            <p:cNvSpPr/>
            <p:nvPr/>
          </p:nvSpPr>
          <p:spPr>
            <a:xfrm>
              <a:off x="-38275925" y="1946600"/>
              <a:ext cx="231600" cy="317450"/>
            </a:xfrm>
            <a:custGeom>
              <a:avLst/>
              <a:gdLst/>
              <a:ahLst/>
              <a:cxnLst/>
              <a:rect l="l" t="t" r="r" b="b"/>
              <a:pathLst>
                <a:path w="9264" h="12698" extrusionOk="0">
                  <a:moveTo>
                    <a:pt x="4546" y="892"/>
                  </a:moveTo>
                  <a:cubicBezTo>
                    <a:pt x="4811" y="892"/>
                    <a:pt x="5082" y="920"/>
                    <a:pt x="5357" y="977"/>
                  </a:cubicBezTo>
                  <a:cubicBezTo>
                    <a:pt x="6964" y="1292"/>
                    <a:pt x="8287" y="2742"/>
                    <a:pt x="8287" y="4600"/>
                  </a:cubicBezTo>
                  <a:cubicBezTo>
                    <a:pt x="8287" y="5987"/>
                    <a:pt x="7531" y="7215"/>
                    <a:pt x="6396" y="7845"/>
                  </a:cubicBezTo>
                  <a:cubicBezTo>
                    <a:pt x="5987" y="8034"/>
                    <a:pt x="5798" y="8475"/>
                    <a:pt x="5798" y="8885"/>
                  </a:cubicBezTo>
                  <a:lnTo>
                    <a:pt x="5798" y="9169"/>
                  </a:lnTo>
                  <a:lnTo>
                    <a:pt x="3309" y="9169"/>
                  </a:lnTo>
                  <a:lnTo>
                    <a:pt x="3309" y="8854"/>
                  </a:lnTo>
                  <a:cubicBezTo>
                    <a:pt x="3309" y="8412"/>
                    <a:pt x="3088" y="8034"/>
                    <a:pt x="2679" y="7782"/>
                  </a:cubicBezTo>
                  <a:cubicBezTo>
                    <a:pt x="1545" y="7121"/>
                    <a:pt x="820" y="5955"/>
                    <a:pt x="820" y="4600"/>
                  </a:cubicBezTo>
                  <a:cubicBezTo>
                    <a:pt x="820" y="2536"/>
                    <a:pt x="2499" y="892"/>
                    <a:pt x="4546" y="892"/>
                  </a:cubicBezTo>
                  <a:close/>
                  <a:moveTo>
                    <a:pt x="5798" y="9956"/>
                  </a:moveTo>
                  <a:lnTo>
                    <a:pt x="5798" y="10681"/>
                  </a:lnTo>
                  <a:cubicBezTo>
                    <a:pt x="5798" y="10901"/>
                    <a:pt x="5609" y="11059"/>
                    <a:pt x="5357" y="11090"/>
                  </a:cubicBezTo>
                  <a:lnTo>
                    <a:pt x="3719" y="11090"/>
                  </a:lnTo>
                  <a:cubicBezTo>
                    <a:pt x="3467" y="11090"/>
                    <a:pt x="3309" y="10901"/>
                    <a:pt x="3277" y="10681"/>
                  </a:cubicBezTo>
                  <a:lnTo>
                    <a:pt x="3277" y="9956"/>
                  </a:lnTo>
                  <a:close/>
                  <a:moveTo>
                    <a:pt x="4443" y="1"/>
                  </a:moveTo>
                  <a:cubicBezTo>
                    <a:pt x="2049" y="32"/>
                    <a:pt x="1" y="2080"/>
                    <a:pt x="1" y="4600"/>
                  </a:cubicBezTo>
                  <a:cubicBezTo>
                    <a:pt x="1" y="6270"/>
                    <a:pt x="883" y="7719"/>
                    <a:pt x="2238" y="8539"/>
                  </a:cubicBezTo>
                  <a:cubicBezTo>
                    <a:pt x="2332" y="8570"/>
                    <a:pt x="2395" y="8696"/>
                    <a:pt x="2458" y="8759"/>
                  </a:cubicBezTo>
                  <a:lnTo>
                    <a:pt x="2458" y="10681"/>
                  </a:lnTo>
                  <a:cubicBezTo>
                    <a:pt x="2458" y="11216"/>
                    <a:pt x="2805" y="11689"/>
                    <a:pt x="3309" y="11847"/>
                  </a:cubicBezTo>
                  <a:cubicBezTo>
                    <a:pt x="3467" y="12351"/>
                    <a:pt x="3939" y="12697"/>
                    <a:pt x="4506" y="12697"/>
                  </a:cubicBezTo>
                  <a:cubicBezTo>
                    <a:pt x="5042" y="12697"/>
                    <a:pt x="5514" y="12351"/>
                    <a:pt x="5672" y="11847"/>
                  </a:cubicBezTo>
                  <a:cubicBezTo>
                    <a:pt x="6176" y="11689"/>
                    <a:pt x="6554" y="11216"/>
                    <a:pt x="6554" y="10681"/>
                  </a:cubicBezTo>
                  <a:lnTo>
                    <a:pt x="6554" y="8854"/>
                  </a:lnTo>
                  <a:cubicBezTo>
                    <a:pt x="6554" y="8728"/>
                    <a:pt x="6617" y="8570"/>
                    <a:pt x="6712" y="8507"/>
                  </a:cubicBezTo>
                  <a:cubicBezTo>
                    <a:pt x="8318" y="7593"/>
                    <a:pt x="9263" y="5735"/>
                    <a:pt x="8948" y="3750"/>
                  </a:cubicBezTo>
                  <a:cubicBezTo>
                    <a:pt x="8602" y="1702"/>
                    <a:pt x="6806" y="1"/>
                    <a:pt x="444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7851;p174">
              <a:extLst>
                <a:ext uri="{FF2B5EF4-FFF2-40B4-BE49-F238E27FC236}">
                  <a16:creationId xmlns:a16="http://schemas.microsoft.com/office/drawing/2014/main" id="{60371545-E296-7F4C-8CEF-D8F512553A53}"/>
                </a:ext>
              </a:extLst>
            </p:cNvPr>
            <p:cNvSpPr/>
            <p:nvPr/>
          </p:nvSpPr>
          <p:spPr>
            <a:xfrm>
              <a:off x="-38235750" y="1989125"/>
              <a:ext cx="84300" cy="83525"/>
            </a:xfrm>
            <a:custGeom>
              <a:avLst/>
              <a:gdLst/>
              <a:ahLst/>
              <a:cxnLst/>
              <a:rect l="l" t="t" r="r" b="b"/>
              <a:pathLst>
                <a:path w="3372" h="3341" extrusionOk="0">
                  <a:moveTo>
                    <a:pt x="2931" y="1"/>
                  </a:moveTo>
                  <a:cubicBezTo>
                    <a:pt x="1355" y="1"/>
                    <a:pt x="64" y="1293"/>
                    <a:pt x="1" y="2899"/>
                  </a:cubicBezTo>
                  <a:cubicBezTo>
                    <a:pt x="1" y="3120"/>
                    <a:pt x="158" y="3340"/>
                    <a:pt x="410" y="3340"/>
                  </a:cubicBezTo>
                  <a:cubicBezTo>
                    <a:pt x="631" y="3340"/>
                    <a:pt x="851" y="3120"/>
                    <a:pt x="851" y="2899"/>
                  </a:cubicBezTo>
                  <a:cubicBezTo>
                    <a:pt x="883" y="1765"/>
                    <a:pt x="1796" y="820"/>
                    <a:pt x="2931" y="820"/>
                  </a:cubicBezTo>
                  <a:cubicBezTo>
                    <a:pt x="3151" y="820"/>
                    <a:pt x="3372" y="631"/>
                    <a:pt x="3372" y="379"/>
                  </a:cubicBezTo>
                  <a:cubicBezTo>
                    <a:pt x="3372" y="190"/>
                    <a:pt x="3151" y="1"/>
                    <a:pt x="293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F5A4BF0-FB2C-C503-504F-991247D38E6E}"/>
              </a:ext>
            </a:extLst>
          </p:cNvPr>
          <p:cNvSpPr txBox="1"/>
          <p:nvPr/>
        </p:nvSpPr>
        <p:spPr>
          <a:xfrm>
            <a:off x="530258" y="4668675"/>
            <a:ext cx="506690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/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</a:rPr>
              <a:t>Any </a:t>
            </a:r>
            <a:r>
              <a:rPr lang="en-US" sz="1200" dirty="0">
                <a:latin typeface="Squada One" panose="020B0604020202020204" charset="0"/>
              </a:rPr>
              <a:t>device or technology</a:t>
            </a: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Squada One" panose="020B0604020202020204" charset="0"/>
              </a:rPr>
              <a:t> that enables communication can be considered as part of ICT.</a:t>
            </a:r>
            <a:r>
              <a:rPr lang="en-US" sz="1200" b="0" i="0" dirty="0">
                <a:solidFill>
                  <a:srgbClr val="000000"/>
                </a:solidFill>
                <a:effectLst/>
                <a:latin typeface="Squada One" panose="020B0604020202020204" charset="0"/>
              </a:rPr>
              <a:t>​</a:t>
            </a:r>
          </a:p>
        </p:txBody>
      </p:sp>
      <p:grpSp>
        <p:nvGrpSpPr>
          <p:cNvPr id="26" name="Google Shape;8223;p175">
            <a:extLst>
              <a:ext uri="{FF2B5EF4-FFF2-40B4-BE49-F238E27FC236}">
                <a16:creationId xmlns:a16="http://schemas.microsoft.com/office/drawing/2014/main" id="{66E23888-AA10-EC51-C8DB-DDF8B90D1555}"/>
              </a:ext>
            </a:extLst>
          </p:cNvPr>
          <p:cNvGrpSpPr/>
          <p:nvPr/>
        </p:nvGrpSpPr>
        <p:grpSpPr>
          <a:xfrm>
            <a:off x="175725" y="4668675"/>
            <a:ext cx="306319" cy="277000"/>
            <a:chOff x="-30064922" y="2332543"/>
            <a:chExt cx="291425" cy="291425"/>
          </a:xfrm>
          <a:solidFill>
            <a:schemeClr val="tx1"/>
          </a:solidFill>
        </p:grpSpPr>
        <p:sp>
          <p:nvSpPr>
            <p:cNvPr id="27" name="Google Shape;8224;p175">
              <a:extLst>
                <a:ext uri="{FF2B5EF4-FFF2-40B4-BE49-F238E27FC236}">
                  <a16:creationId xmlns:a16="http://schemas.microsoft.com/office/drawing/2014/main" id="{F834714C-1A36-D119-C747-DBDAF2BB9277}"/>
                </a:ext>
              </a:extLst>
            </p:cNvPr>
            <p:cNvSpPr/>
            <p:nvPr/>
          </p:nvSpPr>
          <p:spPr>
            <a:xfrm>
              <a:off x="-30064922" y="2332543"/>
              <a:ext cx="291425" cy="291425"/>
            </a:xfrm>
            <a:custGeom>
              <a:avLst/>
              <a:gdLst/>
              <a:ahLst/>
              <a:cxnLst/>
              <a:rect l="l" t="t" r="r" b="b"/>
              <a:pathLst>
                <a:path w="11657" h="11657" extrusionOk="0">
                  <a:moveTo>
                    <a:pt x="5829" y="662"/>
                  </a:moveTo>
                  <a:cubicBezTo>
                    <a:pt x="8664" y="662"/>
                    <a:pt x="10995" y="2993"/>
                    <a:pt x="10995" y="5828"/>
                  </a:cubicBezTo>
                  <a:cubicBezTo>
                    <a:pt x="10995" y="8695"/>
                    <a:pt x="8664" y="10995"/>
                    <a:pt x="5829" y="10995"/>
                  </a:cubicBezTo>
                  <a:cubicBezTo>
                    <a:pt x="2993" y="10995"/>
                    <a:pt x="662" y="8664"/>
                    <a:pt x="662" y="5828"/>
                  </a:cubicBezTo>
                  <a:cubicBezTo>
                    <a:pt x="662" y="2993"/>
                    <a:pt x="2993" y="662"/>
                    <a:pt x="5829" y="662"/>
                  </a:cubicBezTo>
                  <a:close/>
                  <a:moveTo>
                    <a:pt x="5829" y="0"/>
                  </a:moveTo>
                  <a:cubicBezTo>
                    <a:pt x="2615" y="0"/>
                    <a:pt x="0" y="2615"/>
                    <a:pt x="0" y="5828"/>
                  </a:cubicBezTo>
                  <a:cubicBezTo>
                    <a:pt x="0" y="9042"/>
                    <a:pt x="2647" y="11657"/>
                    <a:pt x="5829" y="11657"/>
                  </a:cubicBezTo>
                  <a:cubicBezTo>
                    <a:pt x="9074" y="11657"/>
                    <a:pt x="11657" y="9010"/>
                    <a:pt x="11657" y="5828"/>
                  </a:cubicBezTo>
                  <a:cubicBezTo>
                    <a:pt x="11657" y="2646"/>
                    <a:pt x="9074" y="0"/>
                    <a:pt x="58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8" name="Google Shape;8225;p175">
              <a:extLst>
                <a:ext uri="{FF2B5EF4-FFF2-40B4-BE49-F238E27FC236}">
                  <a16:creationId xmlns:a16="http://schemas.microsoft.com/office/drawing/2014/main" id="{4C805997-26E8-9E0D-37FC-E33BB3D101DE}"/>
                </a:ext>
              </a:extLst>
            </p:cNvPr>
            <p:cNvSpPr/>
            <p:nvPr/>
          </p:nvSpPr>
          <p:spPr>
            <a:xfrm>
              <a:off x="-29944425" y="238452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09" y="662"/>
                  </a:moveTo>
                  <a:cubicBezTo>
                    <a:pt x="1198" y="662"/>
                    <a:pt x="1355" y="819"/>
                    <a:pt x="1355" y="1040"/>
                  </a:cubicBezTo>
                  <a:cubicBezTo>
                    <a:pt x="1355" y="1229"/>
                    <a:pt x="1198" y="1387"/>
                    <a:pt x="1009" y="1387"/>
                  </a:cubicBezTo>
                  <a:cubicBezTo>
                    <a:pt x="820" y="1387"/>
                    <a:pt x="662" y="1229"/>
                    <a:pt x="662" y="1040"/>
                  </a:cubicBez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009" y="0"/>
                  </a:moveTo>
                  <a:cubicBezTo>
                    <a:pt x="473" y="0"/>
                    <a:pt x="0" y="473"/>
                    <a:pt x="0" y="1040"/>
                  </a:cubicBezTo>
                  <a:cubicBezTo>
                    <a:pt x="0" y="1576"/>
                    <a:pt x="473" y="2048"/>
                    <a:pt x="1009" y="2048"/>
                  </a:cubicBezTo>
                  <a:cubicBezTo>
                    <a:pt x="1576" y="2048"/>
                    <a:pt x="2048" y="1576"/>
                    <a:pt x="2048" y="1040"/>
                  </a:cubicBezTo>
                  <a:cubicBezTo>
                    <a:pt x="2048" y="473"/>
                    <a:pt x="1607" y="0"/>
                    <a:pt x="100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226;p175">
              <a:extLst>
                <a:ext uri="{FF2B5EF4-FFF2-40B4-BE49-F238E27FC236}">
                  <a16:creationId xmlns:a16="http://schemas.microsoft.com/office/drawing/2014/main" id="{3C7B2CDA-93CF-E0BE-05BC-695D01CE8F67}"/>
                </a:ext>
              </a:extLst>
            </p:cNvPr>
            <p:cNvSpPr/>
            <p:nvPr/>
          </p:nvSpPr>
          <p:spPr>
            <a:xfrm>
              <a:off x="-29944425" y="2452250"/>
              <a:ext cx="51225" cy="119750"/>
            </a:xfrm>
            <a:custGeom>
              <a:avLst/>
              <a:gdLst/>
              <a:ahLst/>
              <a:cxnLst/>
              <a:rect l="l" t="t" r="r" b="b"/>
              <a:pathLst>
                <a:path w="2049" h="4790" extrusionOk="0">
                  <a:moveTo>
                    <a:pt x="1009" y="725"/>
                  </a:moveTo>
                  <a:cubicBezTo>
                    <a:pt x="1198" y="725"/>
                    <a:pt x="1355" y="883"/>
                    <a:pt x="1355" y="1072"/>
                  </a:cubicBezTo>
                  <a:lnTo>
                    <a:pt x="1355" y="3781"/>
                  </a:lnTo>
                  <a:cubicBezTo>
                    <a:pt x="1355" y="4002"/>
                    <a:pt x="1198" y="4159"/>
                    <a:pt x="1009" y="4159"/>
                  </a:cubicBezTo>
                  <a:cubicBezTo>
                    <a:pt x="820" y="4159"/>
                    <a:pt x="662" y="4002"/>
                    <a:pt x="662" y="3781"/>
                  </a:cubicBezTo>
                  <a:lnTo>
                    <a:pt x="662" y="1072"/>
                  </a:lnTo>
                  <a:cubicBezTo>
                    <a:pt x="662" y="883"/>
                    <a:pt x="820" y="725"/>
                    <a:pt x="1009" y="725"/>
                  </a:cubicBezTo>
                  <a:close/>
                  <a:moveTo>
                    <a:pt x="1009" y="1"/>
                  </a:moveTo>
                  <a:cubicBezTo>
                    <a:pt x="473" y="1"/>
                    <a:pt x="0" y="473"/>
                    <a:pt x="0" y="1040"/>
                  </a:cubicBezTo>
                  <a:lnTo>
                    <a:pt x="0" y="3750"/>
                  </a:lnTo>
                  <a:cubicBezTo>
                    <a:pt x="0" y="4317"/>
                    <a:pt x="473" y="4790"/>
                    <a:pt x="1009" y="4790"/>
                  </a:cubicBezTo>
                  <a:cubicBezTo>
                    <a:pt x="1576" y="4790"/>
                    <a:pt x="2048" y="4317"/>
                    <a:pt x="2048" y="3750"/>
                  </a:cubicBezTo>
                  <a:lnTo>
                    <a:pt x="2048" y="1040"/>
                  </a:lnTo>
                  <a:cubicBezTo>
                    <a:pt x="2048" y="473"/>
                    <a:pt x="1607" y="1"/>
                    <a:pt x="10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7" name="Google Shape;1704;p145">
            <a:extLst>
              <a:ext uri="{FF2B5EF4-FFF2-40B4-BE49-F238E27FC236}">
                <a16:creationId xmlns:a16="http://schemas.microsoft.com/office/drawing/2014/main" id="{09CA4A95-2849-8F4D-76C0-2A24BE80E6B9}"/>
              </a:ext>
            </a:extLst>
          </p:cNvPr>
          <p:cNvGrpSpPr/>
          <p:nvPr/>
        </p:nvGrpSpPr>
        <p:grpSpPr>
          <a:xfrm>
            <a:off x="4120011" y="2365259"/>
            <a:ext cx="1053967" cy="1218906"/>
            <a:chOff x="1830588" y="1925350"/>
            <a:chExt cx="1053967" cy="1218906"/>
          </a:xfrm>
        </p:grpSpPr>
        <p:sp>
          <p:nvSpPr>
            <p:cNvPr id="1128" name="Google Shape;1705;p145">
              <a:extLst>
                <a:ext uri="{FF2B5EF4-FFF2-40B4-BE49-F238E27FC236}">
                  <a16:creationId xmlns:a16="http://schemas.microsoft.com/office/drawing/2014/main" id="{A15B1315-E9C0-049A-2FBE-9373D026F92F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706;p145">
              <a:extLst>
                <a:ext uri="{FF2B5EF4-FFF2-40B4-BE49-F238E27FC236}">
                  <a16:creationId xmlns:a16="http://schemas.microsoft.com/office/drawing/2014/main" id="{271317DA-1A31-8F6B-E335-A8D243EA93C6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707;p145">
              <a:extLst>
                <a:ext uri="{FF2B5EF4-FFF2-40B4-BE49-F238E27FC236}">
                  <a16:creationId xmlns:a16="http://schemas.microsoft.com/office/drawing/2014/main" id="{118434E8-36F8-2785-9B3E-10F1307F994E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708;p145">
              <a:extLst>
                <a:ext uri="{FF2B5EF4-FFF2-40B4-BE49-F238E27FC236}">
                  <a16:creationId xmlns:a16="http://schemas.microsoft.com/office/drawing/2014/main" id="{43328255-F61A-29D1-B259-70C62C258DED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709;p145">
              <a:extLst>
                <a:ext uri="{FF2B5EF4-FFF2-40B4-BE49-F238E27FC236}">
                  <a16:creationId xmlns:a16="http://schemas.microsoft.com/office/drawing/2014/main" id="{82BB2B7B-D009-990E-A302-542C24CA83B4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710;p145">
              <a:extLst>
                <a:ext uri="{FF2B5EF4-FFF2-40B4-BE49-F238E27FC236}">
                  <a16:creationId xmlns:a16="http://schemas.microsoft.com/office/drawing/2014/main" id="{7B51A0BE-ACDE-B302-7BFB-B1BB9C70AC7C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5" name="Google Shape;1704;p145">
            <a:extLst>
              <a:ext uri="{FF2B5EF4-FFF2-40B4-BE49-F238E27FC236}">
                <a16:creationId xmlns:a16="http://schemas.microsoft.com/office/drawing/2014/main" id="{4E0E8798-803F-1A4C-43C7-63A774B90796}"/>
              </a:ext>
            </a:extLst>
          </p:cNvPr>
          <p:cNvGrpSpPr/>
          <p:nvPr/>
        </p:nvGrpSpPr>
        <p:grpSpPr>
          <a:xfrm>
            <a:off x="3039366" y="1967790"/>
            <a:ext cx="572252" cy="609328"/>
            <a:chOff x="1830588" y="1925350"/>
            <a:chExt cx="1053967" cy="1218906"/>
          </a:xfrm>
        </p:grpSpPr>
        <p:sp>
          <p:nvSpPr>
            <p:cNvPr id="1136" name="Google Shape;1705;p145">
              <a:extLst>
                <a:ext uri="{FF2B5EF4-FFF2-40B4-BE49-F238E27FC236}">
                  <a16:creationId xmlns:a16="http://schemas.microsoft.com/office/drawing/2014/main" id="{928ACB0D-125F-E0BD-CBAF-7774C2A3606B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706;p145">
              <a:extLst>
                <a:ext uri="{FF2B5EF4-FFF2-40B4-BE49-F238E27FC236}">
                  <a16:creationId xmlns:a16="http://schemas.microsoft.com/office/drawing/2014/main" id="{B1536C52-0173-CBBF-0B8D-20E36181229D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Google Shape;1707;p145">
              <a:extLst>
                <a:ext uri="{FF2B5EF4-FFF2-40B4-BE49-F238E27FC236}">
                  <a16:creationId xmlns:a16="http://schemas.microsoft.com/office/drawing/2014/main" id="{9C131CAE-1832-0ED6-CB83-AB6625D46D09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Google Shape;1708;p145">
              <a:extLst>
                <a:ext uri="{FF2B5EF4-FFF2-40B4-BE49-F238E27FC236}">
                  <a16:creationId xmlns:a16="http://schemas.microsoft.com/office/drawing/2014/main" id="{348D5E42-4B92-7887-287C-B7B39D52C63C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709;p145">
              <a:extLst>
                <a:ext uri="{FF2B5EF4-FFF2-40B4-BE49-F238E27FC236}">
                  <a16:creationId xmlns:a16="http://schemas.microsoft.com/office/drawing/2014/main" id="{F4A8A1CA-823A-7F23-4536-99BB2AC81714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Google Shape;1710;p145">
              <a:extLst>
                <a:ext uri="{FF2B5EF4-FFF2-40B4-BE49-F238E27FC236}">
                  <a16:creationId xmlns:a16="http://schemas.microsoft.com/office/drawing/2014/main" id="{E83A36B7-7FD2-2E7E-36E7-4FBF7703AF45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83" name="Google Shape;1704;p145">
            <a:extLst>
              <a:ext uri="{FF2B5EF4-FFF2-40B4-BE49-F238E27FC236}">
                <a16:creationId xmlns:a16="http://schemas.microsoft.com/office/drawing/2014/main" id="{B43830F6-EF2D-4DFF-B1AF-20D3DC1A5512}"/>
              </a:ext>
            </a:extLst>
          </p:cNvPr>
          <p:cNvGrpSpPr/>
          <p:nvPr/>
        </p:nvGrpSpPr>
        <p:grpSpPr>
          <a:xfrm>
            <a:off x="6065483" y="3449054"/>
            <a:ext cx="716317" cy="761855"/>
            <a:chOff x="1830588" y="1925350"/>
            <a:chExt cx="1053967" cy="1218906"/>
          </a:xfrm>
        </p:grpSpPr>
        <p:sp>
          <p:nvSpPr>
            <p:cNvPr id="1184" name="Google Shape;1705;p145">
              <a:extLst>
                <a:ext uri="{FF2B5EF4-FFF2-40B4-BE49-F238E27FC236}">
                  <a16:creationId xmlns:a16="http://schemas.microsoft.com/office/drawing/2014/main" id="{26F0671A-0EF4-9760-6132-0278F00FCA91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706;p145">
              <a:extLst>
                <a:ext uri="{FF2B5EF4-FFF2-40B4-BE49-F238E27FC236}">
                  <a16:creationId xmlns:a16="http://schemas.microsoft.com/office/drawing/2014/main" id="{338EBA02-1065-C9AE-BFD8-E032A03655C8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707;p145">
              <a:extLst>
                <a:ext uri="{FF2B5EF4-FFF2-40B4-BE49-F238E27FC236}">
                  <a16:creationId xmlns:a16="http://schemas.microsoft.com/office/drawing/2014/main" id="{A9BF6382-C8C7-6107-6281-22CE52C9F4BB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708;p145">
              <a:extLst>
                <a:ext uri="{FF2B5EF4-FFF2-40B4-BE49-F238E27FC236}">
                  <a16:creationId xmlns:a16="http://schemas.microsoft.com/office/drawing/2014/main" id="{2DA47822-2670-F5DE-EDA9-F35AE6293373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Google Shape;1709;p145">
              <a:extLst>
                <a:ext uri="{FF2B5EF4-FFF2-40B4-BE49-F238E27FC236}">
                  <a16:creationId xmlns:a16="http://schemas.microsoft.com/office/drawing/2014/main" id="{69938F7B-FFA7-EC29-38C2-3D202ECC58DC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Google Shape;1710;p145">
              <a:extLst>
                <a:ext uri="{FF2B5EF4-FFF2-40B4-BE49-F238E27FC236}">
                  <a16:creationId xmlns:a16="http://schemas.microsoft.com/office/drawing/2014/main" id="{373121BA-6DE6-BE9F-3C69-B3277BEBE2A4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0" name="Google Shape;1704;p145">
            <a:extLst>
              <a:ext uri="{FF2B5EF4-FFF2-40B4-BE49-F238E27FC236}">
                <a16:creationId xmlns:a16="http://schemas.microsoft.com/office/drawing/2014/main" id="{E362E2C7-7E8A-F701-5F0D-5DB5D53B9648}"/>
              </a:ext>
            </a:extLst>
          </p:cNvPr>
          <p:cNvGrpSpPr/>
          <p:nvPr/>
        </p:nvGrpSpPr>
        <p:grpSpPr>
          <a:xfrm>
            <a:off x="660076" y="3639558"/>
            <a:ext cx="599628" cy="610919"/>
            <a:chOff x="1830588" y="1925350"/>
            <a:chExt cx="1053967" cy="1218906"/>
          </a:xfrm>
        </p:grpSpPr>
        <p:sp>
          <p:nvSpPr>
            <p:cNvPr id="1191" name="Google Shape;1705;p145">
              <a:extLst>
                <a:ext uri="{FF2B5EF4-FFF2-40B4-BE49-F238E27FC236}">
                  <a16:creationId xmlns:a16="http://schemas.microsoft.com/office/drawing/2014/main" id="{E9AFC76C-5CB5-9C7D-C10C-5CDDF54C9594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Google Shape;1706;p145">
              <a:extLst>
                <a:ext uri="{FF2B5EF4-FFF2-40B4-BE49-F238E27FC236}">
                  <a16:creationId xmlns:a16="http://schemas.microsoft.com/office/drawing/2014/main" id="{E5D49CA5-C4F8-4C67-5BA1-54F25F310DF2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707;p145">
              <a:extLst>
                <a:ext uri="{FF2B5EF4-FFF2-40B4-BE49-F238E27FC236}">
                  <a16:creationId xmlns:a16="http://schemas.microsoft.com/office/drawing/2014/main" id="{CFEEEE2B-44A7-83C4-A8D4-C2B0DC7528A6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708;p145">
              <a:extLst>
                <a:ext uri="{FF2B5EF4-FFF2-40B4-BE49-F238E27FC236}">
                  <a16:creationId xmlns:a16="http://schemas.microsoft.com/office/drawing/2014/main" id="{57814D53-42DB-C4AA-E148-B3A12A675E29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709;p145">
              <a:extLst>
                <a:ext uri="{FF2B5EF4-FFF2-40B4-BE49-F238E27FC236}">
                  <a16:creationId xmlns:a16="http://schemas.microsoft.com/office/drawing/2014/main" id="{D6C6C190-6CA1-D650-C0CD-8A817602FEDA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710;p145">
              <a:extLst>
                <a:ext uri="{FF2B5EF4-FFF2-40B4-BE49-F238E27FC236}">
                  <a16:creationId xmlns:a16="http://schemas.microsoft.com/office/drawing/2014/main" id="{9829CD2B-B7E1-AF87-3D83-B00F286FF358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7" name="Google Shape;1704;p145">
            <a:extLst>
              <a:ext uri="{FF2B5EF4-FFF2-40B4-BE49-F238E27FC236}">
                <a16:creationId xmlns:a16="http://schemas.microsoft.com/office/drawing/2014/main" id="{2D3806FA-4709-0059-CD42-F4D59901E8C7}"/>
              </a:ext>
            </a:extLst>
          </p:cNvPr>
          <p:cNvGrpSpPr/>
          <p:nvPr/>
        </p:nvGrpSpPr>
        <p:grpSpPr>
          <a:xfrm>
            <a:off x="2603017" y="3358643"/>
            <a:ext cx="844062" cy="867353"/>
            <a:chOff x="1830588" y="1925350"/>
            <a:chExt cx="1053967" cy="1218906"/>
          </a:xfrm>
        </p:grpSpPr>
        <p:sp>
          <p:nvSpPr>
            <p:cNvPr id="1198" name="Google Shape;1705;p145">
              <a:extLst>
                <a:ext uri="{FF2B5EF4-FFF2-40B4-BE49-F238E27FC236}">
                  <a16:creationId xmlns:a16="http://schemas.microsoft.com/office/drawing/2014/main" id="{3A11CE2F-BBC1-41DC-88A6-003083984994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Google Shape;1706;p145">
              <a:extLst>
                <a:ext uri="{FF2B5EF4-FFF2-40B4-BE49-F238E27FC236}">
                  <a16:creationId xmlns:a16="http://schemas.microsoft.com/office/drawing/2014/main" id="{2FE5B789-A7F2-E912-E7CA-84E3A27878C4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Google Shape;1707;p145">
              <a:extLst>
                <a:ext uri="{FF2B5EF4-FFF2-40B4-BE49-F238E27FC236}">
                  <a16:creationId xmlns:a16="http://schemas.microsoft.com/office/drawing/2014/main" id="{0FD32276-BEC4-655B-24F6-82048F0149DD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Google Shape;1708;p145">
              <a:extLst>
                <a:ext uri="{FF2B5EF4-FFF2-40B4-BE49-F238E27FC236}">
                  <a16:creationId xmlns:a16="http://schemas.microsoft.com/office/drawing/2014/main" id="{A357FA40-D025-1E1B-1DEC-07EC2A95ADA0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Google Shape;1709;p145">
              <a:extLst>
                <a:ext uri="{FF2B5EF4-FFF2-40B4-BE49-F238E27FC236}">
                  <a16:creationId xmlns:a16="http://schemas.microsoft.com/office/drawing/2014/main" id="{F1B5428A-1A7D-EBA5-61F5-040367C1225D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Google Shape;1710;p145">
              <a:extLst>
                <a:ext uri="{FF2B5EF4-FFF2-40B4-BE49-F238E27FC236}">
                  <a16:creationId xmlns:a16="http://schemas.microsoft.com/office/drawing/2014/main" id="{8F557304-FE8D-080F-B35C-B017B368043C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4" name="Google Shape;1704;p145">
            <a:extLst>
              <a:ext uri="{FF2B5EF4-FFF2-40B4-BE49-F238E27FC236}">
                <a16:creationId xmlns:a16="http://schemas.microsoft.com/office/drawing/2014/main" id="{4DB14D32-4C4F-2498-659B-3D9E1563634B}"/>
              </a:ext>
            </a:extLst>
          </p:cNvPr>
          <p:cNvGrpSpPr/>
          <p:nvPr/>
        </p:nvGrpSpPr>
        <p:grpSpPr>
          <a:xfrm>
            <a:off x="6002785" y="2133951"/>
            <a:ext cx="484104" cy="536099"/>
            <a:chOff x="1830588" y="1925350"/>
            <a:chExt cx="1053967" cy="1218906"/>
          </a:xfrm>
        </p:grpSpPr>
        <p:sp>
          <p:nvSpPr>
            <p:cNvPr id="1205" name="Google Shape;1705;p145">
              <a:extLst>
                <a:ext uri="{FF2B5EF4-FFF2-40B4-BE49-F238E27FC236}">
                  <a16:creationId xmlns:a16="http://schemas.microsoft.com/office/drawing/2014/main" id="{E38DB6A5-F14D-40CD-05E7-90B3FA0C5E69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706;p145">
              <a:extLst>
                <a:ext uri="{FF2B5EF4-FFF2-40B4-BE49-F238E27FC236}">
                  <a16:creationId xmlns:a16="http://schemas.microsoft.com/office/drawing/2014/main" id="{899BE0D7-D054-B6F6-BA1F-158F1F1D7783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707;p145">
              <a:extLst>
                <a:ext uri="{FF2B5EF4-FFF2-40B4-BE49-F238E27FC236}">
                  <a16:creationId xmlns:a16="http://schemas.microsoft.com/office/drawing/2014/main" id="{AD577CFA-EBC8-FD65-8398-6BB71F64300C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Google Shape;1708;p145">
              <a:extLst>
                <a:ext uri="{FF2B5EF4-FFF2-40B4-BE49-F238E27FC236}">
                  <a16:creationId xmlns:a16="http://schemas.microsoft.com/office/drawing/2014/main" id="{E7B1C3D2-5D71-66F4-9457-499D7DA6265E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Google Shape;1709;p145">
              <a:extLst>
                <a:ext uri="{FF2B5EF4-FFF2-40B4-BE49-F238E27FC236}">
                  <a16:creationId xmlns:a16="http://schemas.microsoft.com/office/drawing/2014/main" id="{D2D561F7-3EFB-6F48-5BBA-2F3FB4B8B690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710;p145">
              <a:extLst>
                <a:ext uri="{FF2B5EF4-FFF2-40B4-BE49-F238E27FC236}">
                  <a16:creationId xmlns:a16="http://schemas.microsoft.com/office/drawing/2014/main" id="{D09353A1-C42C-ACA4-6690-C9962689441E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1" name="Google Shape;1704;p145">
            <a:extLst>
              <a:ext uri="{FF2B5EF4-FFF2-40B4-BE49-F238E27FC236}">
                <a16:creationId xmlns:a16="http://schemas.microsoft.com/office/drawing/2014/main" id="{A8987683-88D1-4176-5C59-CC2C458868BC}"/>
              </a:ext>
            </a:extLst>
          </p:cNvPr>
          <p:cNvGrpSpPr/>
          <p:nvPr/>
        </p:nvGrpSpPr>
        <p:grpSpPr>
          <a:xfrm>
            <a:off x="7279316" y="2717122"/>
            <a:ext cx="599628" cy="610919"/>
            <a:chOff x="1830588" y="1925350"/>
            <a:chExt cx="1053967" cy="1218906"/>
          </a:xfrm>
        </p:grpSpPr>
        <p:sp>
          <p:nvSpPr>
            <p:cNvPr id="1212" name="Google Shape;1705;p145">
              <a:extLst>
                <a:ext uri="{FF2B5EF4-FFF2-40B4-BE49-F238E27FC236}">
                  <a16:creationId xmlns:a16="http://schemas.microsoft.com/office/drawing/2014/main" id="{00CE4B61-7637-452B-783B-0F1B4F3E353A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706;p145">
              <a:extLst>
                <a:ext uri="{FF2B5EF4-FFF2-40B4-BE49-F238E27FC236}">
                  <a16:creationId xmlns:a16="http://schemas.microsoft.com/office/drawing/2014/main" id="{6711DC66-B8DD-77F8-7FC9-687A296465AC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707;p145">
              <a:extLst>
                <a:ext uri="{FF2B5EF4-FFF2-40B4-BE49-F238E27FC236}">
                  <a16:creationId xmlns:a16="http://schemas.microsoft.com/office/drawing/2014/main" id="{34C892AB-208F-691B-7464-CDE2F0B95C1B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Google Shape;1708;p145">
              <a:extLst>
                <a:ext uri="{FF2B5EF4-FFF2-40B4-BE49-F238E27FC236}">
                  <a16:creationId xmlns:a16="http://schemas.microsoft.com/office/drawing/2014/main" id="{621EC80B-345E-BCD6-7F83-D1A4181E73CA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709;p145">
              <a:extLst>
                <a:ext uri="{FF2B5EF4-FFF2-40B4-BE49-F238E27FC236}">
                  <a16:creationId xmlns:a16="http://schemas.microsoft.com/office/drawing/2014/main" id="{BFDBCD1A-65DF-D6D2-5EEC-6754B51CE931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710;p145">
              <a:extLst>
                <a:ext uri="{FF2B5EF4-FFF2-40B4-BE49-F238E27FC236}">
                  <a16:creationId xmlns:a16="http://schemas.microsoft.com/office/drawing/2014/main" id="{55AE91BD-5E12-DFCD-5835-FF9E1DA3B913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704;p145">
            <a:extLst>
              <a:ext uri="{FF2B5EF4-FFF2-40B4-BE49-F238E27FC236}">
                <a16:creationId xmlns:a16="http://schemas.microsoft.com/office/drawing/2014/main" id="{CCE3AA0E-DA36-EE78-FBA6-70739EFC2CAC}"/>
              </a:ext>
            </a:extLst>
          </p:cNvPr>
          <p:cNvGrpSpPr/>
          <p:nvPr/>
        </p:nvGrpSpPr>
        <p:grpSpPr>
          <a:xfrm>
            <a:off x="821000" y="1958126"/>
            <a:ext cx="752074" cy="789088"/>
            <a:chOff x="1830588" y="1925350"/>
            <a:chExt cx="1053967" cy="1218906"/>
          </a:xfrm>
        </p:grpSpPr>
        <p:sp>
          <p:nvSpPr>
            <p:cNvPr id="1219" name="Google Shape;1705;p145">
              <a:extLst>
                <a:ext uri="{FF2B5EF4-FFF2-40B4-BE49-F238E27FC236}">
                  <a16:creationId xmlns:a16="http://schemas.microsoft.com/office/drawing/2014/main" id="{94CE6D07-1501-5CA6-4C85-FBCF32A3E663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706;p145">
              <a:extLst>
                <a:ext uri="{FF2B5EF4-FFF2-40B4-BE49-F238E27FC236}">
                  <a16:creationId xmlns:a16="http://schemas.microsoft.com/office/drawing/2014/main" id="{F8B31E04-7952-05C1-BF76-F36518050712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707;p145">
              <a:extLst>
                <a:ext uri="{FF2B5EF4-FFF2-40B4-BE49-F238E27FC236}">
                  <a16:creationId xmlns:a16="http://schemas.microsoft.com/office/drawing/2014/main" id="{88FB39D5-400A-1957-406A-31B67FC668D5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708;p145">
              <a:extLst>
                <a:ext uri="{FF2B5EF4-FFF2-40B4-BE49-F238E27FC236}">
                  <a16:creationId xmlns:a16="http://schemas.microsoft.com/office/drawing/2014/main" id="{CD3D37ED-B313-4B48-9646-C962E53550E4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709;p145">
              <a:extLst>
                <a:ext uri="{FF2B5EF4-FFF2-40B4-BE49-F238E27FC236}">
                  <a16:creationId xmlns:a16="http://schemas.microsoft.com/office/drawing/2014/main" id="{F82A23EB-AFF4-3D37-2F80-A475F72A64A9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710;p145">
              <a:extLst>
                <a:ext uri="{FF2B5EF4-FFF2-40B4-BE49-F238E27FC236}">
                  <a16:creationId xmlns:a16="http://schemas.microsoft.com/office/drawing/2014/main" id="{5A1F86A9-FB29-2533-CDAB-534C286C0502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704;p145">
            <a:extLst>
              <a:ext uri="{FF2B5EF4-FFF2-40B4-BE49-F238E27FC236}">
                <a16:creationId xmlns:a16="http://schemas.microsoft.com/office/drawing/2014/main" id="{33E5F588-A96D-744D-F532-880362AEDB0B}"/>
              </a:ext>
            </a:extLst>
          </p:cNvPr>
          <p:cNvGrpSpPr/>
          <p:nvPr/>
        </p:nvGrpSpPr>
        <p:grpSpPr>
          <a:xfrm>
            <a:off x="7296276" y="1642399"/>
            <a:ext cx="506425" cy="533123"/>
            <a:chOff x="1830588" y="1925350"/>
            <a:chExt cx="1053967" cy="1218906"/>
          </a:xfrm>
        </p:grpSpPr>
        <p:sp>
          <p:nvSpPr>
            <p:cNvPr id="1226" name="Google Shape;1705;p145">
              <a:extLst>
                <a:ext uri="{FF2B5EF4-FFF2-40B4-BE49-F238E27FC236}">
                  <a16:creationId xmlns:a16="http://schemas.microsoft.com/office/drawing/2014/main" id="{E3A65447-B450-CDA1-5D53-7062DCEBA87A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706;p145">
              <a:extLst>
                <a:ext uri="{FF2B5EF4-FFF2-40B4-BE49-F238E27FC236}">
                  <a16:creationId xmlns:a16="http://schemas.microsoft.com/office/drawing/2014/main" id="{7BB13276-1B70-687A-70EC-04524C5E6BB1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707;p145">
              <a:extLst>
                <a:ext uri="{FF2B5EF4-FFF2-40B4-BE49-F238E27FC236}">
                  <a16:creationId xmlns:a16="http://schemas.microsoft.com/office/drawing/2014/main" id="{779719A2-FC4A-7367-A068-474A2BFADA82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708;p145">
              <a:extLst>
                <a:ext uri="{FF2B5EF4-FFF2-40B4-BE49-F238E27FC236}">
                  <a16:creationId xmlns:a16="http://schemas.microsoft.com/office/drawing/2014/main" id="{5E806352-F2F6-3BEE-7621-460AC674D61D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709;p145">
              <a:extLst>
                <a:ext uri="{FF2B5EF4-FFF2-40B4-BE49-F238E27FC236}">
                  <a16:creationId xmlns:a16="http://schemas.microsoft.com/office/drawing/2014/main" id="{4E7B9746-82F3-BFBA-AB53-C97649562FEE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710;p145">
              <a:extLst>
                <a:ext uri="{FF2B5EF4-FFF2-40B4-BE49-F238E27FC236}">
                  <a16:creationId xmlns:a16="http://schemas.microsoft.com/office/drawing/2014/main" id="{F6BFB9C1-4D00-7E1D-7BFB-AC5FC6A8B005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2" name="Google Shape;1704;p145">
            <a:extLst>
              <a:ext uri="{FF2B5EF4-FFF2-40B4-BE49-F238E27FC236}">
                <a16:creationId xmlns:a16="http://schemas.microsoft.com/office/drawing/2014/main" id="{A74E5455-D4B6-1FBB-D81F-243D39010CC7}"/>
              </a:ext>
            </a:extLst>
          </p:cNvPr>
          <p:cNvGrpSpPr/>
          <p:nvPr/>
        </p:nvGrpSpPr>
        <p:grpSpPr>
          <a:xfrm>
            <a:off x="1778268" y="2666027"/>
            <a:ext cx="653316" cy="673979"/>
            <a:chOff x="1830588" y="1925350"/>
            <a:chExt cx="1053967" cy="1218906"/>
          </a:xfrm>
        </p:grpSpPr>
        <p:sp>
          <p:nvSpPr>
            <p:cNvPr id="1233" name="Google Shape;1705;p145">
              <a:extLst>
                <a:ext uri="{FF2B5EF4-FFF2-40B4-BE49-F238E27FC236}">
                  <a16:creationId xmlns:a16="http://schemas.microsoft.com/office/drawing/2014/main" id="{656D3502-4378-B82E-224D-205343BD4612}"/>
                </a:ext>
              </a:extLst>
            </p:cNvPr>
            <p:cNvSpPr/>
            <p:nvPr/>
          </p:nvSpPr>
          <p:spPr>
            <a:xfrm>
              <a:off x="1830588" y="2230141"/>
              <a:ext cx="80582" cy="609327"/>
            </a:xfrm>
            <a:custGeom>
              <a:avLst/>
              <a:gdLst/>
              <a:ahLst/>
              <a:cxnLst/>
              <a:rect l="l" t="t" r="r" b="b"/>
              <a:pathLst>
                <a:path w="3645" h="27562" extrusionOk="0">
                  <a:moveTo>
                    <a:pt x="1" y="1"/>
                  </a:moveTo>
                  <a:lnTo>
                    <a:pt x="1" y="27561"/>
                  </a:lnTo>
                  <a:lnTo>
                    <a:pt x="3644" y="25448"/>
                  </a:lnTo>
                  <a:lnTo>
                    <a:pt x="3644" y="2128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706;p145">
              <a:extLst>
                <a:ext uri="{FF2B5EF4-FFF2-40B4-BE49-F238E27FC236}">
                  <a16:creationId xmlns:a16="http://schemas.microsoft.com/office/drawing/2014/main" id="{BABB3776-489E-217A-49EA-1089AB39E902}"/>
                </a:ext>
              </a:extLst>
            </p:cNvPr>
            <p:cNvSpPr/>
            <p:nvPr/>
          </p:nvSpPr>
          <p:spPr>
            <a:xfrm>
              <a:off x="1830588" y="1925350"/>
              <a:ext cx="527794" cy="351863"/>
            </a:xfrm>
            <a:custGeom>
              <a:avLst/>
              <a:gdLst/>
              <a:ahLst/>
              <a:cxnLst/>
              <a:rect l="l" t="t" r="r" b="b"/>
              <a:pathLst>
                <a:path w="23874" h="15916" extrusionOk="0">
                  <a:moveTo>
                    <a:pt x="23874" y="0"/>
                  </a:moveTo>
                  <a:lnTo>
                    <a:pt x="1" y="13788"/>
                  </a:lnTo>
                  <a:lnTo>
                    <a:pt x="3644" y="15915"/>
                  </a:lnTo>
                  <a:lnTo>
                    <a:pt x="23874" y="4183"/>
                  </a:lnTo>
                  <a:lnTo>
                    <a:pt x="23874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707;p145">
              <a:extLst>
                <a:ext uri="{FF2B5EF4-FFF2-40B4-BE49-F238E27FC236}">
                  <a16:creationId xmlns:a16="http://schemas.microsoft.com/office/drawing/2014/main" id="{7372EE37-5DE0-D64C-6572-C418620C4212}"/>
                </a:ext>
              </a:extLst>
            </p:cNvPr>
            <p:cNvSpPr/>
            <p:nvPr/>
          </p:nvSpPr>
          <p:spPr>
            <a:xfrm>
              <a:off x="2359656" y="2795289"/>
              <a:ext cx="524898" cy="348967"/>
            </a:xfrm>
            <a:custGeom>
              <a:avLst/>
              <a:gdLst/>
              <a:ahLst/>
              <a:cxnLst/>
              <a:rect l="l" t="t" r="r" b="b"/>
              <a:pathLst>
                <a:path w="23743" h="15785" extrusionOk="0">
                  <a:moveTo>
                    <a:pt x="20040" y="0"/>
                  </a:moveTo>
                  <a:lnTo>
                    <a:pt x="0" y="11602"/>
                  </a:lnTo>
                  <a:lnTo>
                    <a:pt x="0" y="15785"/>
                  </a:lnTo>
                  <a:lnTo>
                    <a:pt x="23742" y="2070"/>
                  </a:lnTo>
                  <a:lnTo>
                    <a:pt x="2004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708;p145">
              <a:extLst>
                <a:ext uri="{FF2B5EF4-FFF2-40B4-BE49-F238E27FC236}">
                  <a16:creationId xmlns:a16="http://schemas.microsoft.com/office/drawing/2014/main" id="{4A6E5F52-051D-E0D8-441E-D49F5DD96CBD}"/>
                </a:ext>
              </a:extLst>
            </p:cNvPr>
            <p:cNvSpPr/>
            <p:nvPr/>
          </p:nvSpPr>
          <p:spPr>
            <a:xfrm>
              <a:off x="1830588" y="2792702"/>
              <a:ext cx="529099" cy="351553"/>
            </a:xfrm>
            <a:custGeom>
              <a:avLst/>
              <a:gdLst/>
              <a:ahLst/>
              <a:cxnLst/>
              <a:rect l="l" t="t" r="r" b="b"/>
              <a:pathLst>
                <a:path w="23933" h="15902" extrusionOk="0">
                  <a:moveTo>
                    <a:pt x="3644" y="1"/>
                  </a:moveTo>
                  <a:lnTo>
                    <a:pt x="1" y="2114"/>
                  </a:lnTo>
                  <a:lnTo>
                    <a:pt x="23932" y="15902"/>
                  </a:lnTo>
                  <a:lnTo>
                    <a:pt x="23932" y="11719"/>
                  </a:lnTo>
                  <a:lnTo>
                    <a:pt x="3644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709;p145">
              <a:extLst>
                <a:ext uri="{FF2B5EF4-FFF2-40B4-BE49-F238E27FC236}">
                  <a16:creationId xmlns:a16="http://schemas.microsoft.com/office/drawing/2014/main" id="{E408204C-6950-6998-89C6-658C2948FE6B}"/>
                </a:ext>
              </a:extLst>
            </p:cNvPr>
            <p:cNvSpPr/>
            <p:nvPr/>
          </p:nvSpPr>
          <p:spPr>
            <a:xfrm>
              <a:off x="2358352" y="1925350"/>
              <a:ext cx="526203" cy="351863"/>
            </a:xfrm>
            <a:custGeom>
              <a:avLst/>
              <a:gdLst/>
              <a:ahLst/>
              <a:cxnLst/>
              <a:rect l="l" t="t" r="r" b="b"/>
              <a:pathLst>
                <a:path w="23802" h="15916" extrusionOk="0">
                  <a:moveTo>
                    <a:pt x="1" y="0"/>
                  </a:moveTo>
                  <a:lnTo>
                    <a:pt x="1" y="4183"/>
                  </a:lnTo>
                  <a:lnTo>
                    <a:pt x="20158" y="15915"/>
                  </a:lnTo>
                  <a:lnTo>
                    <a:pt x="23801" y="13788"/>
                  </a:lnTo>
                  <a:lnTo>
                    <a:pt x="1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710;p145">
              <a:extLst>
                <a:ext uri="{FF2B5EF4-FFF2-40B4-BE49-F238E27FC236}">
                  <a16:creationId xmlns:a16="http://schemas.microsoft.com/office/drawing/2014/main" id="{4160843B-85EC-B272-817C-879CEBED6756}"/>
                </a:ext>
              </a:extLst>
            </p:cNvPr>
            <p:cNvSpPr/>
            <p:nvPr/>
          </p:nvSpPr>
          <p:spPr>
            <a:xfrm>
              <a:off x="2802683" y="2230141"/>
              <a:ext cx="81864" cy="610919"/>
            </a:xfrm>
            <a:custGeom>
              <a:avLst/>
              <a:gdLst/>
              <a:ahLst/>
              <a:cxnLst/>
              <a:rect l="l" t="t" r="r" b="b"/>
              <a:pathLst>
                <a:path w="3703" h="27634" extrusionOk="0">
                  <a:moveTo>
                    <a:pt x="3702" y="1"/>
                  </a:moveTo>
                  <a:lnTo>
                    <a:pt x="59" y="2128"/>
                  </a:lnTo>
                  <a:lnTo>
                    <a:pt x="0" y="25564"/>
                  </a:lnTo>
                  <a:lnTo>
                    <a:pt x="3702" y="27634"/>
                  </a:lnTo>
                  <a:lnTo>
                    <a:pt x="3702" y="1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1176"/>
                  </a:srgbClr>
                </a:gs>
                <a:gs pos="100000">
                  <a:srgbClr val="FFFFFF"/>
                </a:gs>
              </a:gsLst>
              <a:path path="circle">
                <a:fillToRect l="50000" t="50000" r="50000" b="50000"/>
              </a:path>
              <a:tileRect/>
            </a:gradFill>
            <a:ln w="9525" cap="flat" cmpd="sng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275" name="Straight Connector 1274">
            <a:extLst>
              <a:ext uri="{FF2B5EF4-FFF2-40B4-BE49-F238E27FC236}">
                <a16:creationId xmlns:a16="http://schemas.microsoft.com/office/drawing/2014/main" id="{E4C3015A-9263-0523-AB23-F0F373F288B6}"/>
              </a:ext>
            </a:extLst>
          </p:cNvPr>
          <p:cNvCxnSpPr>
            <a:cxnSpLocks/>
          </p:cNvCxnSpPr>
          <p:nvPr/>
        </p:nvCxnSpPr>
        <p:spPr>
          <a:xfrm flipH="1">
            <a:off x="2444750" y="3151841"/>
            <a:ext cx="1675261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8" name="Straight Connector 1277">
            <a:extLst>
              <a:ext uri="{FF2B5EF4-FFF2-40B4-BE49-F238E27FC236}">
                <a16:creationId xmlns:a16="http://schemas.microsoft.com/office/drawing/2014/main" id="{E76022B3-89AA-C25A-1666-F87BDC1C7CA4}"/>
              </a:ext>
            </a:extLst>
          </p:cNvPr>
          <p:cNvCxnSpPr>
            <a:cxnSpLocks/>
          </p:cNvCxnSpPr>
          <p:nvPr/>
        </p:nvCxnSpPr>
        <p:spPr>
          <a:xfrm flipH="1">
            <a:off x="2738487" y="2819585"/>
            <a:ext cx="1381524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1" name="Straight Connector 1280">
            <a:extLst>
              <a:ext uri="{FF2B5EF4-FFF2-40B4-BE49-F238E27FC236}">
                <a16:creationId xmlns:a16="http://schemas.microsoft.com/office/drawing/2014/main" id="{78F231DE-0494-BE50-2A48-E04E32F5B953}"/>
              </a:ext>
            </a:extLst>
          </p:cNvPr>
          <p:cNvCxnSpPr/>
          <p:nvPr/>
        </p:nvCxnSpPr>
        <p:spPr>
          <a:xfrm flipH="1" flipV="1">
            <a:off x="2305164" y="2365259"/>
            <a:ext cx="433323" cy="454326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3" name="Straight Connector 1282">
            <a:extLst>
              <a:ext uri="{FF2B5EF4-FFF2-40B4-BE49-F238E27FC236}">
                <a16:creationId xmlns:a16="http://schemas.microsoft.com/office/drawing/2014/main" id="{5A56A0CA-2B6D-29C8-24B0-A6A2397905CE}"/>
              </a:ext>
            </a:extLst>
          </p:cNvPr>
          <p:cNvCxnSpPr/>
          <p:nvPr/>
        </p:nvCxnSpPr>
        <p:spPr>
          <a:xfrm flipH="1">
            <a:off x="1589156" y="2365259"/>
            <a:ext cx="716008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7" name="Straight Connector 1286">
            <a:extLst>
              <a:ext uri="{FF2B5EF4-FFF2-40B4-BE49-F238E27FC236}">
                <a16:creationId xmlns:a16="http://schemas.microsoft.com/office/drawing/2014/main" id="{7D080BA3-A68A-BEFC-95A3-C9F641B55C42}"/>
              </a:ext>
            </a:extLst>
          </p:cNvPr>
          <p:cNvCxnSpPr/>
          <p:nvPr/>
        </p:nvCxnSpPr>
        <p:spPr>
          <a:xfrm flipH="1" flipV="1">
            <a:off x="4160302" y="2268004"/>
            <a:ext cx="223606" cy="247426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8" name="Straight Connector 1287">
            <a:extLst>
              <a:ext uri="{FF2B5EF4-FFF2-40B4-BE49-F238E27FC236}">
                <a16:creationId xmlns:a16="http://schemas.microsoft.com/office/drawing/2014/main" id="{E2FD1B1F-C5C1-F036-2F40-0CA63B6F8C54}"/>
              </a:ext>
            </a:extLst>
          </p:cNvPr>
          <p:cNvCxnSpPr>
            <a:cxnSpLocks/>
          </p:cNvCxnSpPr>
          <p:nvPr/>
        </p:nvCxnSpPr>
        <p:spPr>
          <a:xfrm flipH="1">
            <a:off x="3611614" y="2279973"/>
            <a:ext cx="546376" cy="8734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1" name="Straight Connector 1290">
            <a:extLst>
              <a:ext uri="{FF2B5EF4-FFF2-40B4-BE49-F238E27FC236}">
                <a16:creationId xmlns:a16="http://schemas.microsoft.com/office/drawing/2014/main" id="{105C25DB-270D-ECF8-AC56-550006385BB0}"/>
              </a:ext>
            </a:extLst>
          </p:cNvPr>
          <p:cNvCxnSpPr/>
          <p:nvPr/>
        </p:nvCxnSpPr>
        <p:spPr>
          <a:xfrm flipH="1">
            <a:off x="1842940" y="3175280"/>
            <a:ext cx="1018095" cy="769738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2" name="Straight Connector 1291">
            <a:extLst>
              <a:ext uri="{FF2B5EF4-FFF2-40B4-BE49-F238E27FC236}">
                <a16:creationId xmlns:a16="http://schemas.microsoft.com/office/drawing/2014/main" id="{3988DBA4-9AA4-9FE8-3278-799216BA1A7B}"/>
              </a:ext>
            </a:extLst>
          </p:cNvPr>
          <p:cNvCxnSpPr>
            <a:cxnSpLocks/>
          </p:cNvCxnSpPr>
          <p:nvPr/>
        </p:nvCxnSpPr>
        <p:spPr>
          <a:xfrm flipH="1" flipV="1">
            <a:off x="1259699" y="3944374"/>
            <a:ext cx="583241" cy="644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6" name="Straight Connector 1295">
            <a:extLst>
              <a:ext uri="{FF2B5EF4-FFF2-40B4-BE49-F238E27FC236}">
                <a16:creationId xmlns:a16="http://schemas.microsoft.com/office/drawing/2014/main" id="{EEE63807-FBDC-D223-9C56-074CD635AFB9}"/>
              </a:ext>
            </a:extLst>
          </p:cNvPr>
          <p:cNvCxnSpPr>
            <a:cxnSpLocks/>
          </p:cNvCxnSpPr>
          <p:nvPr/>
        </p:nvCxnSpPr>
        <p:spPr>
          <a:xfrm flipH="1">
            <a:off x="3884802" y="3408387"/>
            <a:ext cx="499106" cy="401565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8" name="Straight Connector 1297">
            <a:extLst>
              <a:ext uri="{FF2B5EF4-FFF2-40B4-BE49-F238E27FC236}">
                <a16:creationId xmlns:a16="http://schemas.microsoft.com/office/drawing/2014/main" id="{1E794A87-CB80-9143-0A22-761C9F0EE929}"/>
              </a:ext>
            </a:extLst>
          </p:cNvPr>
          <p:cNvCxnSpPr>
            <a:cxnSpLocks/>
          </p:cNvCxnSpPr>
          <p:nvPr/>
        </p:nvCxnSpPr>
        <p:spPr>
          <a:xfrm flipH="1" flipV="1">
            <a:off x="3458443" y="3809952"/>
            <a:ext cx="426359" cy="5961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1" name="Straight Connector 1300">
            <a:extLst>
              <a:ext uri="{FF2B5EF4-FFF2-40B4-BE49-F238E27FC236}">
                <a16:creationId xmlns:a16="http://schemas.microsoft.com/office/drawing/2014/main" id="{90C44544-1E81-5192-F59B-A832C9734C42}"/>
              </a:ext>
            </a:extLst>
          </p:cNvPr>
          <p:cNvCxnSpPr>
            <a:cxnSpLocks/>
          </p:cNvCxnSpPr>
          <p:nvPr/>
        </p:nvCxnSpPr>
        <p:spPr>
          <a:xfrm flipH="1">
            <a:off x="5173970" y="3151841"/>
            <a:ext cx="723822" cy="0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2" name="Straight Connector 1301">
            <a:extLst>
              <a:ext uri="{FF2B5EF4-FFF2-40B4-BE49-F238E27FC236}">
                <a16:creationId xmlns:a16="http://schemas.microsoft.com/office/drawing/2014/main" id="{A076FD7A-2B19-A097-B4C3-ACEFD29CDE31}"/>
              </a:ext>
            </a:extLst>
          </p:cNvPr>
          <p:cNvCxnSpPr>
            <a:cxnSpLocks/>
          </p:cNvCxnSpPr>
          <p:nvPr/>
        </p:nvCxnSpPr>
        <p:spPr>
          <a:xfrm flipH="1" flipV="1">
            <a:off x="5897792" y="3151841"/>
            <a:ext cx="340160" cy="379997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3" name="Straight Connector 1302">
            <a:extLst>
              <a:ext uri="{FF2B5EF4-FFF2-40B4-BE49-F238E27FC236}">
                <a16:creationId xmlns:a16="http://schemas.microsoft.com/office/drawing/2014/main" id="{89648EBB-A458-D47D-5CBD-90416887A3B3}"/>
              </a:ext>
            </a:extLst>
          </p:cNvPr>
          <p:cNvCxnSpPr>
            <a:cxnSpLocks/>
          </p:cNvCxnSpPr>
          <p:nvPr/>
        </p:nvCxnSpPr>
        <p:spPr>
          <a:xfrm flipH="1" flipV="1">
            <a:off x="5173970" y="2960780"/>
            <a:ext cx="2105346" cy="13933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5" name="Straight Connector 1304">
            <a:extLst>
              <a:ext uri="{FF2B5EF4-FFF2-40B4-BE49-F238E27FC236}">
                <a16:creationId xmlns:a16="http://schemas.microsoft.com/office/drawing/2014/main" id="{33367354-B6FB-15FE-B790-95646D400BAE}"/>
              </a:ext>
            </a:extLst>
          </p:cNvPr>
          <p:cNvCxnSpPr>
            <a:cxnSpLocks/>
          </p:cNvCxnSpPr>
          <p:nvPr/>
        </p:nvCxnSpPr>
        <p:spPr>
          <a:xfrm flipH="1">
            <a:off x="6340056" y="2126323"/>
            <a:ext cx="1089397" cy="834456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09" name="Straight Connector 1308">
            <a:extLst>
              <a:ext uri="{FF2B5EF4-FFF2-40B4-BE49-F238E27FC236}">
                <a16:creationId xmlns:a16="http://schemas.microsoft.com/office/drawing/2014/main" id="{D114E717-2EDD-A1D5-4A6B-F60737E13295}"/>
              </a:ext>
            </a:extLst>
          </p:cNvPr>
          <p:cNvCxnSpPr>
            <a:cxnSpLocks/>
          </p:cNvCxnSpPr>
          <p:nvPr/>
        </p:nvCxnSpPr>
        <p:spPr>
          <a:xfrm flipH="1">
            <a:off x="5444845" y="2401539"/>
            <a:ext cx="546376" cy="8734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10" name="Straight Connector 1309">
            <a:extLst>
              <a:ext uri="{FF2B5EF4-FFF2-40B4-BE49-F238E27FC236}">
                <a16:creationId xmlns:a16="http://schemas.microsoft.com/office/drawing/2014/main" id="{CC8C5B26-C545-AA1E-283A-39A87A0FF4C2}"/>
              </a:ext>
            </a:extLst>
          </p:cNvPr>
          <p:cNvCxnSpPr>
            <a:cxnSpLocks/>
          </p:cNvCxnSpPr>
          <p:nvPr/>
        </p:nvCxnSpPr>
        <p:spPr>
          <a:xfrm flipH="1">
            <a:off x="5091476" y="2411825"/>
            <a:ext cx="359562" cy="254202"/>
          </a:xfrm>
          <a:prstGeom prst="line">
            <a:avLst/>
          </a:prstGeom>
          <a:ln w="19050" cap="flat" cmpd="sng" algn="ctr">
            <a:solidFill>
              <a:schemeClr val="accent1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1313" name="Google Shape;8063;p175">
            <a:extLst>
              <a:ext uri="{FF2B5EF4-FFF2-40B4-BE49-F238E27FC236}">
                <a16:creationId xmlns:a16="http://schemas.microsoft.com/office/drawing/2014/main" id="{1D7898D0-655F-4C4D-4CE6-8D60B080F0A3}"/>
              </a:ext>
            </a:extLst>
          </p:cNvPr>
          <p:cNvGrpSpPr/>
          <p:nvPr/>
        </p:nvGrpSpPr>
        <p:grpSpPr>
          <a:xfrm>
            <a:off x="1020861" y="2172202"/>
            <a:ext cx="336724" cy="334948"/>
            <a:chOff x="-35853975" y="2631825"/>
            <a:chExt cx="293800" cy="292250"/>
          </a:xfrm>
        </p:grpSpPr>
        <p:sp>
          <p:nvSpPr>
            <p:cNvPr id="1314" name="Google Shape;8064;p175">
              <a:extLst>
                <a:ext uri="{FF2B5EF4-FFF2-40B4-BE49-F238E27FC236}">
                  <a16:creationId xmlns:a16="http://schemas.microsoft.com/office/drawing/2014/main" id="{2115D94E-8649-DD10-D3D9-28E4D27AF1E2}"/>
                </a:ext>
              </a:extLst>
            </p:cNvPr>
            <p:cNvSpPr/>
            <p:nvPr/>
          </p:nvSpPr>
          <p:spPr>
            <a:xfrm>
              <a:off x="-35813025" y="2701825"/>
              <a:ext cx="201675" cy="171925"/>
            </a:xfrm>
            <a:custGeom>
              <a:avLst/>
              <a:gdLst/>
              <a:ahLst/>
              <a:cxnLst/>
              <a:rect l="l" t="t" r="r" b="b"/>
              <a:pathLst>
                <a:path w="8067" h="6877" extrusionOk="0">
                  <a:moveTo>
                    <a:pt x="1765" y="824"/>
                  </a:moveTo>
                  <a:lnTo>
                    <a:pt x="2868" y="1643"/>
                  </a:lnTo>
                  <a:lnTo>
                    <a:pt x="2238" y="2462"/>
                  </a:lnTo>
                  <a:cubicBezTo>
                    <a:pt x="2112" y="2620"/>
                    <a:pt x="2143" y="2840"/>
                    <a:pt x="2301" y="2935"/>
                  </a:cubicBezTo>
                  <a:lnTo>
                    <a:pt x="5042" y="4983"/>
                  </a:lnTo>
                  <a:cubicBezTo>
                    <a:pt x="5108" y="5035"/>
                    <a:pt x="5179" y="5060"/>
                    <a:pt x="5246" y="5060"/>
                  </a:cubicBezTo>
                  <a:cubicBezTo>
                    <a:pt x="5341" y="5060"/>
                    <a:pt x="5428" y="5011"/>
                    <a:pt x="5483" y="4920"/>
                  </a:cubicBezTo>
                  <a:lnTo>
                    <a:pt x="6113" y="4100"/>
                  </a:lnTo>
                  <a:lnTo>
                    <a:pt x="7247" y="4920"/>
                  </a:lnTo>
                  <a:lnTo>
                    <a:pt x="6554" y="5739"/>
                  </a:lnTo>
                  <a:cubicBezTo>
                    <a:pt x="6348" y="6001"/>
                    <a:pt x="6042" y="6152"/>
                    <a:pt x="5735" y="6152"/>
                  </a:cubicBezTo>
                  <a:cubicBezTo>
                    <a:pt x="5525" y="6152"/>
                    <a:pt x="5315" y="6081"/>
                    <a:pt x="5136" y="5928"/>
                  </a:cubicBezTo>
                  <a:lnTo>
                    <a:pt x="1324" y="3061"/>
                  </a:lnTo>
                  <a:cubicBezTo>
                    <a:pt x="883" y="2714"/>
                    <a:pt x="757" y="2084"/>
                    <a:pt x="1135" y="1643"/>
                  </a:cubicBezTo>
                  <a:lnTo>
                    <a:pt x="1765" y="824"/>
                  </a:lnTo>
                  <a:close/>
                  <a:moveTo>
                    <a:pt x="1647" y="1"/>
                  </a:moveTo>
                  <a:cubicBezTo>
                    <a:pt x="1540" y="1"/>
                    <a:pt x="1435" y="63"/>
                    <a:pt x="1356" y="162"/>
                  </a:cubicBezTo>
                  <a:lnTo>
                    <a:pt x="537" y="1265"/>
                  </a:lnTo>
                  <a:cubicBezTo>
                    <a:pt x="1" y="1990"/>
                    <a:pt x="95" y="3061"/>
                    <a:pt x="883" y="3659"/>
                  </a:cubicBezTo>
                  <a:lnTo>
                    <a:pt x="4727" y="6526"/>
                  </a:lnTo>
                  <a:cubicBezTo>
                    <a:pt x="5026" y="6760"/>
                    <a:pt x="5384" y="6876"/>
                    <a:pt x="5744" y="6876"/>
                  </a:cubicBezTo>
                  <a:cubicBezTo>
                    <a:pt x="6255" y="6876"/>
                    <a:pt x="6770" y="6642"/>
                    <a:pt x="7121" y="6180"/>
                  </a:cubicBezTo>
                  <a:lnTo>
                    <a:pt x="7940" y="5077"/>
                  </a:lnTo>
                  <a:cubicBezTo>
                    <a:pt x="8066" y="4888"/>
                    <a:pt x="8003" y="4668"/>
                    <a:pt x="7846" y="4573"/>
                  </a:cubicBezTo>
                  <a:lnTo>
                    <a:pt x="6207" y="3344"/>
                  </a:lnTo>
                  <a:cubicBezTo>
                    <a:pt x="6142" y="3292"/>
                    <a:pt x="6070" y="3267"/>
                    <a:pt x="6001" y="3267"/>
                  </a:cubicBezTo>
                  <a:cubicBezTo>
                    <a:pt x="5903" y="3267"/>
                    <a:pt x="5808" y="3316"/>
                    <a:pt x="5735" y="3407"/>
                  </a:cubicBezTo>
                  <a:lnTo>
                    <a:pt x="5105" y="4258"/>
                  </a:lnTo>
                  <a:lnTo>
                    <a:pt x="2931" y="2588"/>
                  </a:lnTo>
                  <a:lnTo>
                    <a:pt x="3561" y="1769"/>
                  </a:lnTo>
                  <a:cubicBezTo>
                    <a:pt x="3687" y="1612"/>
                    <a:pt x="3656" y="1423"/>
                    <a:pt x="3498" y="1297"/>
                  </a:cubicBezTo>
                  <a:lnTo>
                    <a:pt x="1828" y="68"/>
                  </a:lnTo>
                  <a:cubicBezTo>
                    <a:pt x="1770" y="22"/>
                    <a:pt x="1708" y="1"/>
                    <a:pt x="1647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8065;p175">
              <a:extLst>
                <a:ext uri="{FF2B5EF4-FFF2-40B4-BE49-F238E27FC236}">
                  <a16:creationId xmlns:a16="http://schemas.microsoft.com/office/drawing/2014/main" id="{BA5B384E-3979-C037-36E8-88FB0B15F722}"/>
                </a:ext>
              </a:extLst>
            </p:cNvPr>
            <p:cNvSpPr/>
            <p:nvPr/>
          </p:nvSpPr>
          <p:spPr>
            <a:xfrm>
              <a:off x="-35853975" y="2631825"/>
              <a:ext cx="293800" cy="292250"/>
            </a:xfrm>
            <a:custGeom>
              <a:avLst/>
              <a:gdLst/>
              <a:ahLst/>
              <a:cxnLst/>
              <a:rect l="l" t="t" r="r" b="b"/>
              <a:pathLst>
                <a:path w="11752" h="11690" extrusionOk="0">
                  <a:moveTo>
                    <a:pt x="5861" y="662"/>
                  </a:moveTo>
                  <a:cubicBezTo>
                    <a:pt x="8696" y="662"/>
                    <a:pt x="11027" y="2994"/>
                    <a:pt x="11027" y="5829"/>
                  </a:cubicBezTo>
                  <a:cubicBezTo>
                    <a:pt x="11027" y="6806"/>
                    <a:pt x="10744" y="7751"/>
                    <a:pt x="10240" y="8539"/>
                  </a:cubicBezTo>
                  <a:cubicBezTo>
                    <a:pt x="10177" y="8665"/>
                    <a:pt x="10114" y="8791"/>
                    <a:pt x="10177" y="8854"/>
                  </a:cubicBezTo>
                  <a:lnTo>
                    <a:pt x="10807" y="10776"/>
                  </a:lnTo>
                  <a:lnTo>
                    <a:pt x="8854" y="10145"/>
                  </a:lnTo>
                  <a:cubicBezTo>
                    <a:pt x="8837" y="10137"/>
                    <a:pt x="8815" y="10133"/>
                    <a:pt x="8792" y="10133"/>
                  </a:cubicBezTo>
                  <a:cubicBezTo>
                    <a:pt x="8728" y="10133"/>
                    <a:pt x="8648" y="10162"/>
                    <a:pt x="8602" y="10208"/>
                  </a:cubicBezTo>
                  <a:cubicBezTo>
                    <a:pt x="7751" y="10713"/>
                    <a:pt x="6806" y="10996"/>
                    <a:pt x="5861" y="10996"/>
                  </a:cubicBezTo>
                  <a:cubicBezTo>
                    <a:pt x="3025" y="10996"/>
                    <a:pt x="725" y="8665"/>
                    <a:pt x="725" y="5829"/>
                  </a:cubicBezTo>
                  <a:cubicBezTo>
                    <a:pt x="725" y="2994"/>
                    <a:pt x="3025" y="662"/>
                    <a:pt x="5861" y="662"/>
                  </a:cubicBezTo>
                  <a:close/>
                  <a:moveTo>
                    <a:pt x="5829" y="1"/>
                  </a:moveTo>
                  <a:cubicBezTo>
                    <a:pt x="2616" y="1"/>
                    <a:pt x="1" y="2647"/>
                    <a:pt x="1" y="5829"/>
                  </a:cubicBezTo>
                  <a:cubicBezTo>
                    <a:pt x="1" y="7373"/>
                    <a:pt x="599" y="8854"/>
                    <a:pt x="1733" y="9956"/>
                  </a:cubicBezTo>
                  <a:cubicBezTo>
                    <a:pt x="2836" y="11059"/>
                    <a:pt x="4285" y="11689"/>
                    <a:pt x="5861" y="11689"/>
                  </a:cubicBezTo>
                  <a:cubicBezTo>
                    <a:pt x="6900" y="11689"/>
                    <a:pt x="7908" y="11406"/>
                    <a:pt x="8822" y="10870"/>
                  </a:cubicBezTo>
                  <a:lnTo>
                    <a:pt x="11279" y="11658"/>
                  </a:lnTo>
                  <a:cubicBezTo>
                    <a:pt x="11303" y="11666"/>
                    <a:pt x="11331" y="11669"/>
                    <a:pt x="11360" y="11669"/>
                  </a:cubicBezTo>
                  <a:cubicBezTo>
                    <a:pt x="11449" y="11669"/>
                    <a:pt x="11555" y="11634"/>
                    <a:pt x="11626" y="11563"/>
                  </a:cubicBezTo>
                  <a:cubicBezTo>
                    <a:pt x="11689" y="11500"/>
                    <a:pt x="11752" y="11343"/>
                    <a:pt x="11689" y="11217"/>
                  </a:cubicBezTo>
                  <a:lnTo>
                    <a:pt x="10901" y="8791"/>
                  </a:lnTo>
                  <a:cubicBezTo>
                    <a:pt x="11469" y="7877"/>
                    <a:pt x="11752" y="6837"/>
                    <a:pt x="11752" y="5829"/>
                  </a:cubicBezTo>
                  <a:cubicBezTo>
                    <a:pt x="11689" y="2647"/>
                    <a:pt x="9074" y="1"/>
                    <a:pt x="5829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8066;p175">
              <a:extLst>
                <a:ext uri="{FF2B5EF4-FFF2-40B4-BE49-F238E27FC236}">
                  <a16:creationId xmlns:a16="http://schemas.microsoft.com/office/drawing/2014/main" id="{06E5B054-7F94-07B2-C7B3-5A50CADCA668}"/>
                </a:ext>
              </a:extLst>
            </p:cNvPr>
            <p:cNvSpPr/>
            <p:nvPr/>
          </p:nvSpPr>
          <p:spPr>
            <a:xfrm>
              <a:off x="-35715350" y="2735025"/>
              <a:ext cx="49650" cy="40675"/>
            </a:xfrm>
            <a:custGeom>
              <a:avLst/>
              <a:gdLst/>
              <a:ahLst/>
              <a:cxnLst/>
              <a:rect l="l" t="t" r="r" b="b"/>
              <a:pathLst>
                <a:path w="1986" h="1627" extrusionOk="0">
                  <a:moveTo>
                    <a:pt x="410" y="0"/>
                  </a:moveTo>
                  <a:cubicBezTo>
                    <a:pt x="221" y="0"/>
                    <a:pt x="64" y="126"/>
                    <a:pt x="64" y="315"/>
                  </a:cubicBezTo>
                  <a:cubicBezTo>
                    <a:pt x="1" y="504"/>
                    <a:pt x="158" y="662"/>
                    <a:pt x="379" y="662"/>
                  </a:cubicBezTo>
                  <a:cubicBezTo>
                    <a:pt x="788" y="725"/>
                    <a:pt x="1166" y="977"/>
                    <a:pt x="1261" y="1386"/>
                  </a:cubicBezTo>
                  <a:cubicBezTo>
                    <a:pt x="1311" y="1536"/>
                    <a:pt x="1439" y="1626"/>
                    <a:pt x="1585" y="1626"/>
                  </a:cubicBezTo>
                  <a:cubicBezTo>
                    <a:pt x="1623" y="1626"/>
                    <a:pt x="1662" y="1620"/>
                    <a:pt x="1702" y="1607"/>
                  </a:cubicBezTo>
                  <a:cubicBezTo>
                    <a:pt x="1891" y="1575"/>
                    <a:pt x="1985" y="1386"/>
                    <a:pt x="1954" y="1197"/>
                  </a:cubicBezTo>
                  <a:cubicBezTo>
                    <a:pt x="1733" y="504"/>
                    <a:pt x="1103" y="32"/>
                    <a:pt x="410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8067;p175">
              <a:extLst>
                <a:ext uri="{FF2B5EF4-FFF2-40B4-BE49-F238E27FC236}">
                  <a16:creationId xmlns:a16="http://schemas.microsoft.com/office/drawing/2014/main" id="{D222489F-E0A8-EB9A-5EA8-46D51CEEAD28}"/>
                </a:ext>
              </a:extLst>
            </p:cNvPr>
            <p:cNvSpPr/>
            <p:nvPr/>
          </p:nvSpPr>
          <p:spPr>
            <a:xfrm>
              <a:off x="-35705900" y="2667275"/>
              <a:ext cx="107925" cy="101750"/>
            </a:xfrm>
            <a:custGeom>
              <a:avLst/>
              <a:gdLst/>
              <a:ahLst/>
              <a:cxnLst/>
              <a:rect l="l" t="t" r="r" b="b"/>
              <a:pathLst>
                <a:path w="4317" h="4070" extrusionOk="0">
                  <a:moveTo>
                    <a:pt x="347" y="1"/>
                  </a:moveTo>
                  <a:cubicBezTo>
                    <a:pt x="158" y="1"/>
                    <a:pt x="1" y="127"/>
                    <a:pt x="1" y="316"/>
                  </a:cubicBezTo>
                  <a:cubicBezTo>
                    <a:pt x="1" y="505"/>
                    <a:pt x="95" y="662"/>
                    <a:pt x="316" y="662"/>
                  </a:cubicBezTo>
                  <a:cubicBezTo>
                    <a:pt x="2048" y="820"/>
                    <a:pt x="3372" y="2111"/>
                    <a:pt x="3655" y="3781"/>
                  </a:cubicBezTo>
                  <a:cubicBezTo>
                    <a:pt x="3683" y="3951"/>
                    <a:pt x="3813" y="4070"/>
                    <a:pt x="3976" y="4070"/>
                  </a:cubicBezTo>
                  <a:cubicBezTo>
                    <a:pt x="3995" y="4070"/>
                    <a:pt x="4014" y="4068"/>
                    <a:pt x="4033" y="4065"/>
                  </a:cubicBezTo>
                  <a:cubicBezTo>
                    <a:pt x="4191" y="4065"/>
                    <a:pt x="4317" y="3844"/>
                    <a:pt x="4317" y="3687"/>
                  </a:cubicBezTo>
                  <a:cubicBezTo>
                    <a:pt x="4002" y="1733"/>
                    <a:pt x="2364" y="190"/>
                    <a:pt x="347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8068;p175">
              <a:extLst>
                <a:ext uri="{FF2B5EF4-FFF2-40B4-BE49-F238E27FC236}">
                  <a16:creationId xmlns:a16="http://schemas.microsoft.com/office/drawing/2014/main" id="{D9B1887D-A73A-ACA4-E82A-5FE131F0D50F}"/>
                </a:ext>
              </a:extLst>
            </p:cNvPr>
            <p:cNvSpPr/>
            <p:nvPr/>
          </p:nvSpPr>
          <p:spPr>
            <a:xfrm>
              <a:off x="-35709825" y="2700350"/>
              <a:ext cx="77200" cy="68700"/>
            </a:xfrm>
            <a:custGeom>
              <a:avLst/>
              <a:gdLst/>
              <a:ahLst/>
              <a:cxnLst/>
              <a:rect l="l" t="t" r="r" b="b"/>
              <a:pathLst>
                <a:path w="3088" h="2748" extrusionOk="0">
                  <a:moveTo>
                    <a:pt x="347" y="1"/>
                  </a:moveTo>
                  <a:cubicBezTo>
                    <a:pt x="158" y="1"/>
                    <a:pt x="0" y="127"/>
                    <a:pt x="0" y="316"/>
                  </a:cubicBezTo>
                  <a:cubicBezTo>
                    <a:pt x="0" y="536"/>
                    <a:pt x="95" y="694"/>
                    <a:pt x="315" y="725"/>
                  </a:cubicBezTo>
                  <a:cubicBezTo>
                    <a:pt x="1323" y="788"/>
                    <a:pt x="2142" y="1545"/>
                    <a:pt x="2394" y="2490"/>
                  </a:cubicBezTo>
                  <a:cubicBezTo>
                    <a:pt x="2422" y="2655"/>
                    <a:pt x="2570" y="2748"/>
                    <a:pt x="2753" y="2748"/>
                  </a:cubicBezTo>
                  <a:cubicBezTo>
                    <a:pt x="2780" y="2748"/>
                    <a:pt x="2808" y="2746"/>
                    <a:pt x="2836" y="2742"/>
                  </a:cubicBezTo>
                  <a:cubicBezTo>
                    <a:pt x="3025" y="2679"/>
                    <a:pt x="3088" y="2490"/>
                    <a:pt x="3056" y="2301"/>
                  </a:cubicBezTo>
                  <a:cubicBezTo>
                    <a:pt x="2741" y="1072"/>
                    <a:pt x="1670" y="127"/>
                    <a:pt x="347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9" name="Google Shape;8069;p175">
            <a:extLst>
              <a:ext uri="{FF2B5EF4-FFF2-40B4-BE49-F238E27FC236}">
                <a16:creationId xmlns:a16="http://schemas.microsoft.com/office/drawing/2014/main" id="{E846D2AC-25DD-3F15-570E-ACD996348F04}"/>
              </a:ext>
            </a:extLst>
          </p:cNvPr>
          <p:cNvGrpSpPr/>
          <p:nvPr/>
        </p:nvGrpSpPr>
        <p:grpSpPr>
          <a:xfrm>
            <a:off x="7439775" y="1789992"/>
            <a:ext cx="236507" cy="214650"/>
            <a:chOff x="-34032200" y="1916675"/>
            <a:chExt cx="291450" cy="291450"/>
          </a:xfrm>
        </p:grpSpPr>
        <p:sp>
          <p:nvSpPr>
            <p:cNvPr id="1320" name="Google Shape;8070;p175">
              <a:extLst>
                <a:ext uri="{FF2B5EF4-FFF2-40B4-BE49-F238E27FC236}">
                  <a16:creationId xmlns:a16="http://schemas.microsoft.com/office/drawing/2014/main" id="{9B93B1D3-BC76-D3E5-A2FB-56F4FEDE13E7}"/>
                </a:ext>
              </a:extLst>
            </p:cNvPr>
            <p:cNvSpPr/>
            <p:nvPr/>
          </p:nvSpPr>
          <p:spPr>
            <a:xfrm>
              <a:off x="-34032200" y="1916675"/>
              <a:ext cx="291450" cy="291450"/>
            </a:xfrm>
            <a:custGeom>
              <a:avLst/>
              <a:gdLst/>
              <a:ahLst/>
              <a:cxnLst/>
              <a:rect l="l" t="t" r="r" b="b"/>
              <a:pathLst>
                <a:path w="11658" h="11658" extrusionOk="0">
                  <a:moveTo>
                    <a:pt x="6459" y="694"/>
                  </a:moveTo>
                  <a:cubicBezTo>
                    <a:pt x="6648" y="694"/>
                    <a:pt x="6806" y="851"/>
                    <a:pt x="6806" y="1040"/>
                  </a:cubicBezTo>
                  <a:lnTo>
                    <a:pt x="6806" y="1387"/>
                  </a:lnTo>
                  <a:lnTo>
                    <a:pt x="662" y="1387"/>
                  </a:lnTo>
                  <a:lnTo>
                    <a:pt x="662" y="1040"/>
                  </a:lnTo>
                  <a:cubicBezTo>
                    <a:pt x="662" y="851"/>
                    <a:pt x="820" y="694"/>
                    <a:pt x="977" y="694"/>
                  </a:cubicBezTo>
                  <a:close/>
                  <a:moveTo>
                    <a:pt x="10303" y="4096"/>
                  </a:moveTo>
                  <a:lnTo>
                    <a:pt x="8192" y="5419"/>
                  </a:lnTo>
                  <a:lnTo>
                    <a:pt x="6207" y="4096"/>
                  </a:lnTo>
                  <a:close/>
                  <a:moveTo>
                    <a:pt x="5420" y="4411"/>
                  </a:moveTo>
                  <a:lnTo>
                    <a:pt x="7971" y="6112"/>
                  </a:lnTo>
                  <a:cubicBezTo>
                    <a:pt x="8034" y="6144"/>
                    <a:pt x="8097" y="6144"/>
                    <a:pt x="8192" y="6144"/>
                  </a:cubicBezTo>
                  <a:cubicBezTo>
                    <a:pt x="8255" y="6144"/>
                    <a:pt x="8286" y="6144"/>
                    <a:pt x="8381" y="6112"/>
                  </a:cubicBezTo>
                  <a:lnTo>
                    <a:pt x="10933" y="4537"/>
                  </a:lnTo>
                  <a:lnTo>
                    <a:pt x="10933" y="7184"/>
                  </a:lnTo>
                  <a:cubicBezTo>
                    <a:pt x="10933" y="7373"/>
                    <a:pt x="10775" y="7530"/>
                    <a:pt x="10618" y="7530"/>
                  </a:cubicBezTo>
                  <a:lnTo>
                    <a:pt x="5766" y="7530"/>
                  </a:lnTo>
                  <a:cubicBezTo>
                    <a:pt x="5577" y="7530"/>
                    <a:pt x="5420" y="7373"/>
                    <a:pt x="5420" y="7184"/>
                  </a:cubicBezTo>
                  <a:lnTo>
                    <a:pt x="5420" y="4443"/>
                  </a:lnTo>
                  <a:lnTo>
                    <a:pt x="5420" y="4411"/>
                  </a:lnTo>
                  <a:close/>
                  <a:moveTo>
                    <a:pt x="6806" y="2048"/>
                  </a:moveTo>
                  <a:lnTo>
                    <a:pt x="6806" y="3435"/>
                  </a:lnTo>
                  <a:lnTo>
                    <a:pt x="5766" y="3435"/>
                  </a:lnTo>
                  <a:cubicBezTo>
                    <a:pt x="5231" y="3435"/>
                    <a:pt x="4758" y="3907"/>
                    <a:pt x="4758" y="4443"/>
                  </a:cubicBezTo>
                  <a:lnTo>
                    <a:pt x="4758" y="7184"/>
                  </a:lnTo>
                  <a:cubicBezTo>
                    <a:pt x="4758" y="7719"/>
                    <a:pt x="5231" y="8192"/>
                    <a:pt x="5766" y="8192"/>
                  </a:cubicBezTo>
                  <a:lnTo>
                    <a:pt x="6806" y="8192"/>
                  </a:lnTo>
                  <a:lnTo>
                    <a:pt x="6806" y="8916"/>
                  </a:lnTo>
                  <a:lnTo>
                    <a:pt x="662" y="8916"/>
                  </a:lnTo>
                  <a:lnTo>
                    <a:pt x="662" y="2048"/>
                  </a:lnTo>
                  <a:close/>
                  <a:moveTo>
                    <a:pt x="6774" y="9578"/>
                  </a:moveTo>
                  <a:lnTo>
                    <a:pt x="6774" y="10649"/>
                  </a:lnTo>
                  <a:cubicBezTo>
                    <a:pt x="6806" y="10838"/>
                    <a:pt x="6648" y="10996"/>
                    <a:pt x="6459" y="10996"/>
                  </a:cubicBezTo>
                  <a:lnTo>
                    <a:pt x="977" y="10996"/>
                  </a:lnTo>
                  <a:cubicBezTo>
                    <a:pt x="788" y="10996"/>
                    <a:pt x="631" y="10838"/>
                    <a:pt x="631" y="10649"/>
                  </a:cubicBezTo>
                  <a:lnTo>
                    <a:pt x="631" y="9578"/>
                  </a:lnTo>
                  <a:close/>
                  <a:moveTo>
                    <a:pt x="1009" y="1"/>
                  </a:moveTo>
                  <a:cubicBezTo>
                    <a:pt x="473" y="1"/>
                    <a:pt x="1" y="473"/>
                    <a:pt x="1" y="1040"/>
                  </a:cubicBezTo>
                  <a:lnTo>
                    <a:pt x="1" y="10649"/>
                  </a:lnTo>
                  <a:cubicBezTo>
                    <a:pt x="1" y="11185"/>
                    <a:pt x="473" y="11657"/>
                    <a:pt x="1009" y="11657"/>
                  </a:cubicBezTo>
                  <a:lnTo>
                    <a:pt x="6491" y="11657"/>
                  </a:lnTo>
                  <a:cubicBezTo>
                    <a:pt x="7026" y="11657"/>
                    <a:pt x="7499" y="11185"/>
                    <a:pt x="7499" y="10649"/>
                  </a:cubicBezTo>
                  <a:lnTo>
                    <a:pt x="7499" y="8255"/>
                  </a:lnTo>
                  <a:lnTo>
                    <a:pt x="10618" y="8255"/>
                  </a:lnTo>
                  <a:cubicBezTo>
                    <a:pt x="11185" y="8255"/>
                    <a:pt x="11658" y="7782"/>
                    <a:pt x="11658" y="7215"/>
                  </a:cubicBezTo>
                  <a:lnTo>
                    <a:pt x="11658" y="4506"/>
                  </a:lnTo>
                  <a:cubicBezTo>
                    <a:pt x="11658" y="3907"/>
                    <a:pt x="11185" y="3435"/>
                    <a:pt x="10618" y="3435"/>
                  </a:cubicBezTo>
                  <a:lnTo>
                    <a:pt x="7499" y="3435"/>
                  </a:lnTo>
                  <a:lnTo>
                    <a:pt x="7499" y="1040"/>
                  </a:lnTo>
                  <a:cubicBezTo>
                    <a:pt x="7499" y="473"/>
                    <a:pt x="7026" y="1"/>
                    <a:pt x="6491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8071;p175">
              <a:extLst>
                <a:ext uri="{FF2B5EF4-FFF2-40B4-BE49-F238E27FC236}">
                  <a16:creationId xmlns:a16="http://schemas.microsoft.com/office/drawing/2014/main" id="{863DBD60-9B93-E694-1A84-CFF92F60F42A}"/>
                </a:ext>
              </a:extLst>
            </p:cNvPr>
            <p:cNvSpPr/>
            <p:nvPr/>
          </p:nvSpPr>
          <p:spPr>
            <a:xfrm>
              <a:off x="-33999125" y="2019075"/>
              <a:ext cx="69350" cy="18125"/>
            </a:xfrm>
            <a:custGeom>
              <a:avLst/>
              <a:gdLst/>
              <a:ahLst/>
              <a:cxnLst/>
              <a:rect l="l" t="t" r="r" b="b"/>
              <a:pathLst>
                <a:path w="2774" h="725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lnTo>
                    <a:pt x="2395" y="725"/>
                  </a:lnTo>
                  <a:cubicBezTo>
                    <a:pt x="2616" y="725"/>
                    <a:pt x="2773" y="567"/>
                    <a:pt x="2773" y="378"/>
                  </a:cubicBezTo>
                  <a:cubicBezTo>
                    <a:pt x="2710" y="158"/>
                    <a:pt x="2616" y="0"/>
                    <a:pt x="2395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8072;p175">
              <a:extLst>
                <a:ext uri="{FF2B5EF4-FFF2-40B4-BE49-F238E27FC236}">
                  <a16:creationId xmlns:a16="http://schemas.microsoft.com/office/drawing/2014/main" id="{4B46D9F8-5089-6180-5956-20343AB8E480}"/>
                </a:ext>
              </a:extLst>
            </p:cNvPr>
            <p:cNvSpPr/>
            <p:nvPr/>
          </p:nvSpPr>
          <p:spPr>
            <a:xfrm>
              <a:off x="-33999900" y="2053725"/>
              <a:ext cx="52000" cy="18125"/>
            </a:xfrm>
            <a:custGeom>
              <a:avLst/>
              <a:gdLst/>
              <a:ahLst/>
              <a:cxnLst/>
              <a:rect l="l" t="t" r="r" b="b"/>
              <a:pathLst>
                <a:path w="2080" h="725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67"/>
                    <a:pt x="158" y="725"/>
                    <a:pt x="347" y="725"/>
                  </a:cubicBezTo>
                  <a:lnTo>
                    <a:pt x="1733" y="725"/>
                  </a:lnTo>
                  <a:cubicBezTo>
                    <a:pt x="1922" y="725"/>
                    <a:pt x="2080" y="567"/>
                    <a:pt x="2080" y="347"/>
                  </a:cubicBezTo>
                  <a:cubicBezTo>
                    <a:pt x="2080" y="158"/>
                    <a:pt x="1922" y="0"/>
                    <a:pt x="1733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8073;p175">
              <a:extLst>
                <a:ext uri="{FF2B5EF4-FFF2-40B4-BE49-F238E27FC236}">
                  <a16:creationId xmlns:a16="http://schemas.microsoft.com/office/drawing/2014/main" id="{A219C465-E5A5-D9C4-DFE0-865A9EE1ED73}"/>
                </a:ext>
              </a:extLst>
            </p:cNvPr>
            <p:cNvSpPr/>
            <p:nvPr/>
          </p:nvSpPr>
          <p:spPr>
            <a:xfrm>
              <a:off x="-33999125" y="2088375"/>
              <a:ext cx="34675" cy="17350"/>
            </a:xfrm>
            <a:custGeom>
              <a:avLst/>
              <a:gdLst/>
              <a:ahLst/>
              <a:cxnLst/>
              <a:rect l="l" t="t" r="r" b="b"/>
              <a:pathLst>
                <a:path w="1387" h="694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47" y="694"/>
                  </a:cubicBezTo>
                  <a:lnTo>
                    <a:pt x="1041" y="694"/>
                  </a:lnTo>
                  <a:cubicBezTo>
                    <a:pt x="1230" y="694"/>
                    <a:pt x="1387" y="536"/>
                    <a:pt x="1387" y="347"/>
                  </a:cubicBezTo>
                  <a:cubicBezTo>
                    <a:pt x="1387" y="158"/>
                    <a:pt x="1230" y="1"/>
                    <a:pt x="1041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4" name="Google Shape;8097;p175">
            <a:extLst>
              <a:ext uri="{FF2B5EF4-FFF2-40B4-BE49-F238E27FC236}">
                <a16:creationId xmlns:a16="http://schemas.microsoft.com/office/drawing/2014/main" id="{A3E2C2B9-14E7-1436-E39E-F52660291D04}"/>
              </a:ext>
            </a:extLst>
          </p:cNvPr>
          <p:cNvGrpSpPr/>
          <p:nvPr/>
        </p:nvGrpSpPr>
        <p:grpSpPr>
          <a:xfrm>
            <a:off x="7429444" y="2887657"/>
            <a:ext cx="298629" cy="288174"/>
            <a:chOff x="-33673825" y="1916675"/>
            <a:chExt cx="291450" cy="291450"/>
          </a:xfrm>
        </p:grpSpPr>
        <p:sp>
          <p:nvSpPr>
            <p:cNvPr id="1325" name="Google Shape;8098;p175">
              <a:extLst>
                <a:ext uri="{FF2B5EF4-FFF2-40B4-BE49-F238E27FC236}">
                  <a16:creationId xmlns:a16="http://schemas.microsoft.com/office/drawing/2014/main" id="{9F85EF5F-0BD9-8DAE-E229-69C4FFD814C2}"/>
                </a:ext>
              </a:extLst>
            </p:cNvPr>
            <p:cNvSpPr/>
            <p:nvPr/>
          </p:nvSpPr>
          <p:spPr>
            <a:xfrm>
              <a:off x="-33486375" y="1950550"/>
              <a:ext cx="85875" cy="85075"/>
            </a:xfrm>
            <a:custGeom>
              <a:avLst/>
              <a:gdLst/>
              <a:ahLst/>
              <a:cxnLst/>
              <a:rect l="l" t="t" r="r" b="b"/>
              <a:pathLst>
                <a:path w="3435" h="3403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1072" y="693"/>
                  </a:lnTo>
                  <a:cubicBezTo>
                    <a:pt x="1639" y="693"/>
                    <a:pt x="2111" y="1166"/>
                    <a:pt x="2111" y="1733"/>
                  </a:cubicBezTo>
                  <a:lnTo>
                    <a:pt x="2111" y="2269"/>
                  </a:lnTo>
                  <a:lnTo>
                    <a:pt x="1985" y="2174"/>
                  </a:lnTo>
                  <a:cubicBezTo>
                    <a:pt x="1922" y="2111"/>
                    <a:pt x="1836" y="2080"/>
                    <a:pt x="1749" y="2080"/>
                  </a:cubicBezTo>
                  <a:cubicBezTo>
                    <a:pt x="1663" y="2080"/>
                    <a:pt x="1576" y="2111"/>
                    <a:pt x="1513" y="2174"/>
                  </a:cubicBezTo>
                  <a:cubicBezTo>
                    <a:pt x="1387" y="2269"/>
                    <a:pt x="1387" y="2521"/>
                    <a:pt x="1513" y="2647"/>
                  </a:cubicBezTo>
                  <a:lnTo>
                    <a:pt x="2174" y="3308"/>
                  </a:lnTo>
                  <a:cubicBezTo>
                    <a:pt x="2237" y="3371"/>
                    <a:pt x="2324" y="3403"/>
                    <a:pt x="2411" y="3403"/>
                  </a:cubicBezTo>
                  <a:cubicBezTo>
                    <a:pt x="2497" y="3403"/>
                    <a:pt x="2584" y="3371"/>
                    <a:pt x="2647" y="3308"/>
                  </a:cubicBezTo>
                  <a:lnTo>
                    <a:pt x="3309" y="2647"/>
                  </a:lnTo>
                  <a:cubicBezTo>
                    <a:pt x="3435" y="2521"/>
                    <a:pt x="3435" y="2269"/>
                    <a:pt x="3309" y="2174"/>
                  </a:cubicBezTo>
                  <a:cubicBezTo>
                    <a:pt x="3261" y="2111"/>
                    <a:pt x="3175" y="2080"/>
                    <a:pt x="3084" y="2080"/>
                  </a:cubicBezTo>
                  <a:cubicBezTo>
                    <a:pt x="2994" y="2080"/>
                    <a:pt x="2899" y="2111"/>
                    <a:pt x="2836" y="2174"/>
                  </a:cubicBezTo>
                  <a:lnTo>
                    <a:pt x="2742" y="2269"/>
                  </a:lnTo>
                  <a:lnTo>
                    <a:pt x="2742" y="1733"/>
                  </a:lnTo>
                  <a:cubicBezTo>
                    <a:pt x="2773" y="788"/>
                    <a:pt x="1985" y="0"/>
                    <a:pt x="1072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8099;p175">
              <a:extLst>
                <a:ext uri="{FF2B5EF4-FFF2-40B4-BE49-F238E27FC236}">
                  <a16:creationId xmlns:a16="http://schemas.microsoft.com/office/drawing/2014/main" id="{B4602211-8107-3560-0B6B-7A473FF34FEB}"/>
                </a:ext>
              </a:extLst>
            </p:cNvPr>
            <p:cNvSpPr/>
            <p:nvPr/>
          </p:nvSpPr>
          <p:spPr>
            <a:xfrm>
              <a:off x="-33605300" y="2122250"/>
              <a:ext cx="85075" cy="85875"/>
            </a:xfrm>
            <a:custGeom>
              <a:avLst/>
              <a:gdLst/>
              <a:ahLst/>
              <a:cxnLst/>
              <a:rect l="l" t="t" r="r" b="b"/>
              <a:pathLst>
                <a:path w="3403" h="3435" extrusionOk="0">
                  <a:moveTo>
                    <a:pt x="1024" y="0"/>
                  </a:moveTo>
                  <a:cubicBezTo>
                    <a:pt x="938" y="0"/>
                    <a:pt x="851" y="32"/>
                    <a:pt x="788" y="95"/>
                  </a:cubicBezTo>
                  <a:lnTo>
                    <a:pt x="126" y="756"/>
                  </a:lnTo>
                  <a:cubicBezTo>
                    <a:pt x="0" y="882"/>
                    <a:pt x="0" y="1134"/>
                    <a:pt x="126" y="1229"/>
                  </a:cubicBezTo>
                  <a:cubicBezTo>
                    <a:pt x="189" y="1292"/>
                    <a:pt x="276" y="1323"/>
                    <a:pt x="363" y="1323"/>
                  </a:cubicBezTo>
                  <a:cubicBezTo>
                    <a:pt x="449" y="1323"/>
                    <a:pt x="536" y="1292"/>
                    <a:pt x="599" y="1229"/>
                  </a:cubicBezTo>
                  <a:lnTo>
                    <a:pt x="725" y="1134"/>
                  </a:lnTo>
                  <a:lnTo>
                    <a:pt x="725" y="1670"/>
                  </a:lnTo>
                  <a:cubicBezTo>
                    <a:pt x="662" y="2174"/>
                    <a:pt x="820" y="2615"/>
                    <a:pt x="1135" y="2930"/>
                  </a:cubicBezTo>
                  <a:cubicBezTo>
                    <a:pt x="1450" y="3245"/>
                    <a:pt x="1891" y="3434"/>
                    <a:pt x="2363" y="3434"/>
                  </a:cubicBezTo>
                  <a:lnTo>
                    <a:pt x="3025" y="3434"/>
                  </a:lnTo>
                  <a:cubicBezTo>
                    <a:pt x="3245" y="3434"/>
                    <a:pt x="3403" y="3277"/>
                    <a:pt x="3403" y="3088"/>
                  </a:cubicBezTo>
                  <a:cubicBezTo>
                    <a:pt x="3403" y="2899"/>
                    <a:pt x="3245" y="2741"/>
                    <a:pt x="3025" y="2741"/>
                  </a:cubicBezTo>
                  <a:lnTo>
                    <a:pt x="2363" y="2741"/>
                  </a:lnTo>
                  <a:cubicBezTo>
                    <a:pt x="1828" y="2741"/>
                    <a:pt x="1355" y="2269"/>
                    <a:pt x="1355" y="1670"/>
                  </a:cubicBezTo>
                  <a:lnTo>
                    <a:pt x="1355" y="1134"/>
                  </a:lnTo>
                  <a:lnTo>
                    <a:pt x="1450" y="1229"/>
                  </a:lnTo>
                  <a:cubicBezTo>
                    <a:pt x="1513" y="1292"/>
                    <a:pt x="1607" y="1323"/>
                    <a:pt x="1698" y="1323"/>
                  </a:cubicBezTo>
                  <a:cubicBezTo>
                    <a:pt x="1788" y="1323"/>
                    <a:pt x="1875" y="1292"/>
                    <a:pt x="1922" y="1229"/>
                  </a:cubicBezTo>
                  <a:cubicBezTo>
                    <a:pt x="2048" y="1134"/>
                    <a:pt x="2048" y="882"/>
                    <a:pt x="1922" y="756"/>
                  </a:cubicBezTo>
                  <a:lnTo>
                    <a:pt x="1261" y="95"/>
                  </a:lnTo>
                  <a:cubicBezTo>
                    <a:pt x="1198" y="32"/>
                    <a:pt x="1111" y="0"/>
                    <a:pt x="1024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8100;p175">
              <a:extLst>
                <a:ext uri="{FF2B5EF4-FFF2-40B4-BE49-F238E27FC236}">
                  <a16:creationId xmlns:a16="http://schemas.microsoft.com/office/drawing/2014/main" id="{C4FAF041-AD62-EE05-0474-DE3887D45D55}"/>
                </a:ext>
              </a:extLst>
            </p:cNvPr>
            <p:cNvSpPr/>
            <p:nvPr/>
          </p:nvSpPr>
          <p:spPr>
            <a:xfrm>
              <a:off x="-33673825" y="1916675"/>
              <a:ext cx="189050" cy="189050"/>
            </a:xfrm>
            <a:custGeom>
              <a:avLst/>
              <a:gdLst/>
              <a:ahLst/>
              <a:cxnLst/>
              <a:rect l="l" t="t" r="r" b="b"/>
              <a:pathLst>
                <a:path w="7562" h="7562" extrusionOk="0">
                  <a:moveTo>
                    <a:pt x="3718" y="694"/>
                  </a:moveTo>
                  <a:cubicBezTo>
                    <a:pt x="5073" y="694"/>
                    <a:pt x="6144" y="1733"/>
                    <a:pt x="6144" y="3088"/>
                  </a:cubicBezTo>
                  <a:lnTo>
                    <a:pt x="6144" y="3466"/>
                  </a:lnTo>
                  <a:lnTo>
                    <a:pt x="6081" y="3466"/>
                  </a:lnTo>
                  <a:cubicBezTo>
                    <a:pt x="5986" y="2647"/>
                    <a:pt x="5262" y="2048"/>
                    <a:pt x="4411" y="2048"/>
                  </a:cubicBezTo>
                  <a:lnTo>
                    <a:pt x="3025" y="2048"/>
                  </a:lnTo>
                  <a:cubicBezTo>
                    <a:pt x="2143" y="2048"/>
                    <a:pt x="1481" y="2678"/>
                    <a:pt x="1324" y="3466"/>
                  </a:cubicBezTo>
                  <a:lnTo>
                    <a:pt x="1292" y="3466"/>
                  </a:lnTo>
                  <a:lnTo>
                    <a:pt x="1292" y="3088"/>
                  </a:lnTo>
                  <a:cubicBezTo>
                    <a:pt x="1355" y="1733"/>
                    <a:pt x="2426" y="694"/>
                    <a:pt x="3718" y="694"/>
                  </a:cubicBezTo>
                  <a:close/>
                  <a:moveTo>
                    <a:pt x="4380" y="2741"/>
                  </a:moveTo>
                  <a:cubicBezTo>
                    <a:pt x="4915" y="2741"/>
                    <a:pt x="5388" y="3214"/>
                    <a:pt x="5388" y="3750"/>
                  </a:cubicBezTo>
                  <a:lnTo>
                    <a:pt x="5388" y="4096"/>
                  </a:lnTo>
                  <a:lnTo>
                    <a:pt x="5388" y="4096"/>
                  </a:lnTo>
                  <a:cubicBezTo>
                    <a:pt x="5153" y="4096"/>
                    <a:pt x="4907" y="4091"/>
                    <a:pt x="4821" y="4033"/>
                  </a:cubicBezTo>
                  <a:cubicBezTo>
                    <a:pt x="4789" y="4002"/>
                    <a:pt x="4758" y="3876"/>
                    <a:pt x="4758" y="3781"/>
                  </a:cubicBezTo>
                  <a:cubicBezTo>
                    <a:pt x="4758" y="3592"/>
                    <a:pt x="4600" y="3435"/>
                    <a:pt x="4411" y="3435"/>
                  </a:cubicBezTo>
                  <a:cubicBezTo>
                    <a:pt x="4191" y="3435"/>
                    <a:pt x="4033" y="3592"/>
                    <a:pt x="4033" y="3781"/>
                  </a:cubicBezTo>
                  <a:cubicBezTo>
                    <a:pt x="4033" y="3876"/>
                    <a:pt x="4033" y="4002"/>
                    <a:pt x="3970" y="4033"/>
                  </a:cubicBezTo>
                  <a:cubicBezTo>
                    <a:pt x="3907" y="4096"/>
                    <a:pt x="3757" y="4112"/>
                    <a:pt x="3576" y="4112"/>
                  </a:cubicBezTo>
                  <a:cubicBezTo>
                    <a:pt x="3395" y="4112"/>
                    <a:pt x="3182" y="4096"/>
                    <a:pt x="2993" y="4096"/>
                  </a:cubicBezTo>
                  <a:lnTo>
                    <a:pt x="1954" y="4096"/>
                  </a:lnTo>
                  <a:lnTo>
                    <a:pt x="1954" y="3750"/>
                  </a:lnTo>
                  <a:cubicBezTo>
                    <a:pt x="1954" y="3214"/>
                    <a:pt x="2426" y="2741"/>
                    <a:pt x="2993" y="2741"/>
                  </a:cubicBezTo>
                  <a:close/>
                  <a:moveTo>
                    <a:pt x="1009" y="4065"/>
                  </a:moveTo>
                  <a:cubicBezTo>
                    <a:pt x="1198" y="4065"/>
                    <a:pt x="1355" y="4222"/>
                    <a:pt x="1355" y="4411"/>
                  </a:cubicBezTo>
                  <a:lnTo>
                    <a:pt x="1355" y="5104"/>
                  </a:lnTo>
                  <a:cubicBezTo>
                    <a:pt x="1355" y="5293"/>
                    <a:pt x="1198" y="5451"/>
                    <a:pt x="1009" y="5451"/>
                  </a:cubicBezTo>
                  <a:cubicBezTo>
                    <a:pt x="820" y="5451"/>
                    <a:pt x="662" y="5293"/>
                    <a:pt x="662" y="5104"/>
                  </a:cubicBezTo>
                  <a:lnTo>
                    <a:pt x="662" y="4411"/>
                  </a:lnTo>
                  <a:cubicBezTo>
                    <a:pt x="662" y="4222"/>
                    <a:pt x="820" y="4065"/>
                    <a:pt x="1009" y="4065"/>
                  </a:cubicBezTo>
                  <a:close/>
                  <a:moveTo>
                    <a:pt x="6490" y="4096"/>
                  </a:moveTo>
                  <a:cubicBezTo>
                    <a:pt x="6679" y="4096"/>
                    <a:pt x="6837" y="4254"/>
                    <a:pt x="6837" y="4474"/>
                  </a:cubicBezTo>
                  <a:lnTo>
                    <a:pt x="6837" y="5136"/>
                  </a:lnTo>
                  <a:cubicBezTo>
                    <a:pt x="6837" y="5325"/>
                    <a:pt x="6679" y="5482"/>
                    <a:pt x="6490" y="5482"/>
                  </a:cubicBezTo>
                  <a:cubicBezTo>
                    <a:pt x="6301" y="5482"/>
                    <a:pt x="6144" y="5325"/>
                    <a:pt x="6144" y="5136"/>
                  </a:cubicBezTo>
                  <a:lnTo>
                    <a:pt x="6144" y="4474"/>
                  </a:lnTo>
                  <a:cubicBezTo>
                    <a:pt x="6144" y="4254"/>
                    <a:pt x="6301" y="4096"/>
                    <a:pt x="6490" y="4096"/>
                  </a:cubicBezTo>
                  <a:close/>
                  <a:moveTo>
                    <a:pt x="4443" y="4537"/>
                  </a:moveTo>
                  <a:cubicBezTo>
                    <a:pt x="4726" y="4726"/>
                    <a:pt x="5073" y="4789"/>
                    <a:pt x="5451" y="4789"/>
                  </a:cubicBezTo>
                  <a:lnTo>
                    <a:pt x="5451" y="5136"/>
                  </a:lnTo>
                  <a:cubicBezTo>
                    <a:pt x="5451" y="6081"/>
                    <a:pt x="4663" y="6869"/>
                    <a:pt x="3718" y="6869"/>
                  </a:cubicBezTo>
                  <a:cubicBezTo>
                    <a:pt x="2773" y="6869"/>
                    <a:pt x="2048" y="6081"/>
                    <a:pt x="2048" y="5136"/>
                  </a:cubicBezTo>
                  <a:lnTo>
                    <a:pt x="2048" y="4789"/>
                  </a:lnTo>
                  <a:lnTo>
                    <a:pt x="3056" y="4789"/>
                  </a:lnTo>
                  <a:cubicBezTo>
                    <a:pt x="3148" y="4789"/>
                    <a:pt x="3241" y="4790"/>
                    <a:pt x="3333" y="4790"/>
                  </a:cubicBezTo>
                  <a:cubicBezTo>
                    <a:pt x="3749" y="4790"/>
                    <a:pt x="4159" y="4769"/>
                    <a:pt x="4443" y="4537"/>
                  </a:cubicBezTo>
                  <a:close/>
                  <a:moveTo>
                    <a:pt x="3813" y="1"/>
                  </a:moveTo>
                  <a:cubicBezTo>
                    <a:pt x="2111" y="1"/>
                    <a:pt x="725" y="1387"/>
                    <a:pt x="725" y="3088"/>
                  </a:cubicBezTo>
                  <a:lnTo>
                    <a:pt x="725" y="3466"/>
                  </a:lnTo>
                  <a:cubicBezTo>
                    <a:pt x="347" y="3624"/>
                    <a:pt x="63" y="4002"/>
                    <a:pt x="63" y="4474"/>
                  </a:cubicBezTo>
                  <a:lnTo>
                    <a:pt x="63" y="5136"/>
                  </a:lnTo>
                  <a:cubicBezTo>
                    <a:pt x="0" y="5671"/>
                    <a:pt x="473" y="6144"/>
                    <a:pt x="1009" y="6144"/>
                  </a:cubicBezTo>
                  <a:cubicBezTo>
                    <a:pt x="1198" y="6144"/>
                    <a:pt x="1355" y="6112"/>
                    <a:pt x="1513" y="6049"/>
                  </a:cubicBezTo>
                  <a:cubicBezTo>
                    <a:pt x="1891" y="6932"/>
                    <a:pt x="2741" y="7562"/>
                    <a:pt x="3781" y="7562"/>
                  </a:cubicBezTo>
                  <a:cubicBezTo>
                    <a:pt x="4789" y="7562"/>
                    <a:pt x="5671" y="6932"/>
                    <a:pt x="6018" y="6049"/>
                  </a:cubicBezTo>
                  <a:cubicBezTo>
                    <a:pt x="6175" y="6112"/>
                    <a:pt x="6333" y="6144"/>
                    <a:pt x="6522" y="6144"/>
                  </a:cubicBezTo>
                  <a:cubicBezTo>
                    <a:pt x="7089" y="6144"/>
                    <a:pt x="7562" y="5671"/>
                    <a:pt x="7562" y="5136"/>
                  </a:cubicBezTo>
                  <a:lnTo>
                    <a:pt x="7562" y="4474"/>
                  </a:lnTo>
                  <a:cubicBezTo>
                    <a:pt x="7562" y="4033"/>
                    <a:pt x="7278" y="3624"/>
                    <a:pt x="6869" y="3466"/>
                  </a:cubicBezTo>
                  <a:lnTo>
                    <a:pt x="6869" y="3088"/>
                  </a:lnTo>
                  <a:cubicBezTo>
                    <a:pt x="6869" y="1387"/>
                    <a:pt x="5514" y="1"/>
                    <a:pt x="3813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8101;p175">
              <a:extLst>
                <a:ext uri="{FF2B5EF4-FFF2-40B4-BE49-F238E27FC236}">
                  <a16:creationId xmlns:a16="http://schemas.microsoft.com/office/drawing/2014/main" id="{6806A255-F585-7A53-D53F-F1D118672DE9}"/>
                </a:ext>
              </a:extLst>
            </p:cNvPr>
            <p:cNvSpPr/>
            <p:nvPr/>
          </p:nvSpPr>
          <p:spPr>
            <a:xfrm>
              <a:off x="-33503700" y="2070250"/>
              <a:ext cx="121325" cy="137075"/>
            </a:xfrm>
            <a:custGeom>
              <a:avLst/>
              <a:gdLst/>
              <a:ahLst/>
              <a:cxnLst/>
              <a:rect l="l" t="t" r="r" b="b"/>
              <a:pathLst>
                <a:path w="4853" h="5483" extrusionOk="0">
                  <a:moveTo>
                    <a:pt x="3151" y="726"/>
                  </a:moveTo>
                  <a:cubicBezTo>
                    <a:pt x="3687" y="726"/>
                    <a:pt x="4222" y="1198"/>
                    <a:pt x="4222" y="1734"/>
                  </a:cubicBezTo>
                  <a:lnTo>
                    <a:pt x="4222" y="2112"/>
                  </a:lnTo>
                  <a:cubicBezTo>
                    <a:pt x="3939" y="2112"/>
                    <a:pt x="3655" y="2112"/>
                    <a:pt x="3592" y="1986"/>
                  </a:cubicBezTo>
                  <a:cubicBezTo>
                    <a:pt x="3529" y="1954"/>
                    <a:pt x="3498" y="1828"/>
                    <a:pt x="3498" y="1734"/>
                  </a:cubicBezTo>
                  <a:cubicBezTo>
                    <a:pt x="3498" y="1545"/>
                    <a:pt x="3340" y="1387"/>
                    <a:pt x="3151" y="1387"/>
                  </a:cubicBezTo>
                  <a:cubicBezTo>
                    <a:pt x="2962" y="1387"/>
                    <a:pt x="2804" y="1545"/>
                    <a:pt x="2804" y="1734"/>
                  </a:cubicBezTo>
                  <a:cubicBezTo>
                    <a:pt x="2804" y="1828"/>
                    <a:pt x="2804" y="1954"/>
                    <a:pt x="2710" y="1986"/>
                  </a:cubicBezTo>
                  <a:cubicBezTo>
                    <a:pt x="2636" y="2060"/>
                    <a:pt x="2487" y="2090"/>
                    <a:pt x="2312" y="2090"/>
                  </a:cubicBezTo>
                  <a:cubicBezTo>
                    <a:pt x="2189" y="2090"/>
                    <a:pt x="2053" y="2075"/>
                    <a:pt x="1922" y="2049"/>
                  </a:cubicBezTo>
                  <a:lnTo>
                    <a:pt x="694" y="2049"/>
                  </a:lnTo>
                  <a:lnTo>
                    <a:pt x="694" y="1734"/>
                  </a:lnTo>
                  <a:cubicBezTo>
                    <a:pt x="694" y="1198"/>
                    <a:pt x="1166" y="726"/>
                    <a:pt x="1765" y="726"/>
                  </a:cubicBezTo>
                  <a:close/>
                  <a:moveTo>
                    <a:pt x="3151" y="2521"/>
                  </a:moveTo>
                  <a:cubicBezTo>
                    <a:pt x="3435" y="2742"/>
                    <a:pt x="3813" y="2773"/>
                    <a:pt x="4222" y="2773"/>
                  </a:cubicBezTo>
                  <a:lnTo>
                    <a:pt x="4222" y="3120"/>
                  </a:lnTo>
                  <a:cubicBezTo>
                    <a:pt x="4159" y="4034"/>
                    <a:pt x="3372" y="4853"/>
                    <a:pt x="2426" y="4853"/>
                  </a:cubicBezTo>
                  <a:cubicBezTo>
                    <a:pt x="1481" y="4853"/>
                    <a:pt x="694" y="4065"/>
                    <a:pt x="694" y="3120"/>
                  </a:cubicBezTo>
                  <a:lnTo>
                    <a:pt x="694" y="2773"/>
                  </a:lnTo>
                  <a:lnTo>
                    <a:pt x="1765" y="2773"/>
                  </a:lnTo>
                  <a:cubicBezTo>
                    <a:pt x="1859" y="2773"/>
                    <a:pt x="2836" y="2773"/>
                    <a:pt x="3151" y="2521"/>
                  </a:cubicBezTo>
                  <a:close/>
                  <a:moveTo>
                    <a:pt x="1733" y="1"/>
                  </a:moveTo>
                  <a:cubicBezTo>
                    <a:pt x="788" y="1"/>
                    <a:pt x="1" y="757"/>
                    <a:pt x="1" y="1702"/>
                  </a:cubicBezTo>
                  <a:lnTo>
                    <a:pt x="1" y="3088"/>
                  </a:lnTo>
                  <a:cubicBezTo>
                    <a:pt x="1" y="4412"/>
                    <a:pt x="1103" y="5483"/>
                    <a:pt x="2395" y="5483"/>
                  </a:cubicBezTo>
                  <a:cubicBezTo>
                    <a:pt x="3750" y="5483"/>
                    <a:pt x="4789" y="4380"/>
                    <a:pt x="4789" y="3088"/>
                  </a:cubicBezTo>
                  <a:lnTo>
                    <a:pt x="4789" y="1702"/>
                  </a:lnTo>
                  <a:cubicBezTo>
                    <a:pt x="4852" y="789"/>
                    <a:pt x="4065" y="1"/>
                    <a:pt x="3120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29" name="Google Shape;8106;p175">
            <a:extLst>
              <a:ext uri="{FF2B5EF4-FFF2-40B4-BE49-F238E27FC236}">
                <a16:creationId xmlns:a16="http://schemas.microsoft.com/office/drawing/2014/main" id="{C680B7DA-3176-275E-341D-E301D67533E2}"/>
              </a:ext>
            </a:extLst>
          </p:cNvPr>
          <p:cNvGrpSpPr/>
          <p:nvPr/>
        </p:nvGrpSpPr>
        <p:grpSpPr>
          <a:xfrm>
            <a:off x="2821458" y="3574147"/>
            <a:ext cx="398266" cy="401688"/>
            <a:chOff x="-33673825" y="2634975"/>
            <a:chExt cx="291450" cy="292625"/>
          </a:xfrm>
        </p:grpSpPr>
        <p:sp>
          <p:nvSpPr>
            <p:cNvPr id="1330" name="Google Shape;8107;p175">
              <a:extLst>
                <a:ext uri="{FF2B5EF4-FFF2-40B4-BE49-F238E27FC236}">
                  <a16:creationId xmlns:a16="http://schemas.microsoft.com/office/drawing/2014/main" id="{2AE9598C-6591-A27E-8D11-79FCB9F63E31}"/>
                </a:ext>
              </a:extLst>
            </p:cNvPr>
            <p:cNvSpPr/>
            <p:nvPr/>
          </p:nvSpPr>
          <p:spPr>
            <a:xfrm>
              <a:off x="-33673825" y="2634975"/>
              <a:ext cx="291450" cy="292625"/>
            </a:xfrm>
            <a:custGeom>
              <a:avLst/>
              <a:gdLst/>
              <a:ahLst/>
              <a:cxnLst/>
              <a:rect l="l" t="t" r="r" b="b"/>
              <a:pathLst>
                <a:path w="11658" h="11705" extrusionOk="0">
                  <a:moveTo>
                    <a:pt x="5829" y="662"/>
                  </a:moveTo>
                  <a:cubicBezTo>
                    <a:pt x="6459" y="662"/>
                    <a:pt x="7089" y="1261"/>
                    <a:pt x="7562" y="2238"/>
                  </a:cubicBezTo>
                  <a:cubicBezTo>
                    <a:pt x="7310" y="2364"/>
                    <a:pt x="7152" y="2553"/>
                    <a:pt x="7026" y="2773"/>
                  </a:cubicBezTo>
                  <a:cubicBezTo>
                    <a:pt x="6648" y="2742"/>
                    <a:pt x="6238" y="2710"/>
                    <a:pt x="5860" y="2710"/>
                  </a:cubicBezTo>
                  <a:cubicBezTo>
                    <a:pt x="5451" y="2710"/>
                    <a:pt x="5041" y="2742"/>
                    <a:pt x="4663" y="2773"/>
                  </a:cubicBezTo>
                  <a:cubicBezTo>
                    <a:pt x="4569" y="2553"/>
                    <a:pt x="4348" y="2364"/>
                    <a:pt x="4159" y="2238"/>
                  </a:cubicBezTo>
                  <a:cubicBezTo>
                    <a:pt x="4569" y="1261"/>
                    <a:pt x="5199" y="662"/>
                    <a:pt x="5829" y="662"/>
                  </a:cubicBezTo>
                  <a:close/>
                  <a:moveTo>
                    <a:pt x="3403" y="2742"/>
                  </a:moveTo>
                  <a:cubicBezTo>
                    <a:pt x="3813" y="2742"/>
                    <a:pt x="4096" y="3057"/>
                    <a:pt x="4096" y="3403"/>
                  </a:cubicBezTo>
                  <a:cubicBezTo>
                    <a:pt x="4096" y="3750"/>
                    <a:pt x="3781" y="4097"/>
                    <a:pt x="3403" y="4097"/>
                  </a:cubicBezTo>
                  <a:cubicBezTo>
                    <a:pt x="3025" y="4097"/>
                    <a:pt x="2741" y="3750"/>
                    <a:pt x="2741" y="3403"/>
                  </a:cubicBezTo>
                  <a:cubicBezTo>
                    <a:pt x="2741" y="3057"/>
                    <a:pt x="3025" y="2742"/>
                    <a:pt x="3403" y="2742"/>
                  </a:cubicBezTo>
                  <a:close/>
                  <a:moveTo>
                    <a:pt x="7562" y="946"/>
                  </a:moveTo>
                  <a:cubicBezTo>
                    <a:pt x="9011" y="1482"/>
                    <a:pt x="10145" y="2616"/>
                    <a:pt x="10649" y="4097"/>
                  </a:cubicBezTo>
                  <a:cubicBezTo>
                    <a:pt x="10334" y="3844"/>
                    <a:pt x="9988" y="3655"/>
                    <a:pt x="9609" y="3466"/>
                  </a:cubicBezTo>
                  <a:lnTo>
                    <a:pt x="9609" y="3403"/>
                  </a:lnTo>
                  <a:cubicBezTo>
                    <a:pt x="9609" y="2679"/>
                    <a:pt x="8979" y="2049"/>
                    <a:pt x="8223" y="2049"/>
                  </a:cubicBezTo>
                  <a:lnTo>
                    <a:pt x="8192" y="2049"/>
                  </a:lnTo>
                  <a:cubicBezTo>
                    <a:pt x="7971" y="1608"/>
                    <a:pt x="7782" y="1261"/>
                    <a:pt x="7562" y="946"/>
                  </a:cubicBezTo>
                  <a:close/>
                  <a:moveTo>
                    <a:pt x="4096" y="978"/>
                  </a:moveTo>
                  <a:lnTo>
                    <a:pt x="4096" y="978"/>
                  </a:lnTo>
                  <a:cubicBezTo>
                    <a:pt x="3844" y="1293"/>
                    <a:pt x="3624" y="1639"/>
                    <a:pt x="3466" y="2080"/>
                  </a:cubicBezTo>
                  <a:lnTo>
                    <a:pt x="3403" y="2080"/>
                  </a:lnTo>
                  <a:cubicBezTo>
                    <a:pt x="2678" y="2080"/>
                    <a:pt x="2048" y="2710"/>
                    <a:pt x="2048" y="3466"/>
                  </a:cubicBezTo>
                  <a:lnTo>
                    <a:pt x="2048" y="3498"/>
                  </a:lnTo>
                  <a:cubicBezTo>
                    <a:pt x="1639" y="3687"/>
                    <a:pt x="1292" y="3876"/>
                    <a:pt x="977" y="4128"/>
                  </a:cubicBezTo>
                  <a:cubicBezTo>
                    <a:pt x="1481" y="2616"/>
                    <a:pt x="2615" y="1482"/>
                    <a:pt x="4096" y="978"/>
                  </a:cubicBezTo>
                  <a:close/>
                  <a:moveTo>
                    <a:pt x="8223" y="2773"/>
                  </a:moveTo>
                  <a:cubicBezTo>
                    <a:pt x="8601" y="2773"/>
                    <a:pt x="8885" y="3088"/>
                    <a:pt x="8885" y="3466"/>
                  </a:cubicBezTo>
                  <a:cubicBezTo>
                    <a:pt x="8885" y="3813"/>
                    <a:pt x="8601" y="4128"/>
                    <a:pt x="8223" y="4128"/>
                  </a:cubicBezTo>
                  <a:cubicBezTo>
                    <a:pt x="7814" y="4128"/>
                    <a:pt x="7562" y="3813"/>
                    <a:pt x="7562" y="3466"/>
                  </a:cubicBezTo>
                  <a:cubicBezTo>
                    <a:pt x="7562" y="3088"/>
                    <a:pt x="7877" y="2773"/>
                    <a:pt x="8223" y="2773"/>
                  </a:cubicBezTo>
                  <a:close/>
                  <a:moveTo>
                    <a:pt x="9452" y="4160"/>
                  </a:moveTo>
                  <a:cubicBezTo>
                    <a:pt x="10429" y="4632"/>
                    <a:pt x="11027" y="5262"/>
                    <a:pt x="11027" y="5892"/>
                  </a:cubicBezTo>
                  <a:cubicBezTo>
                    <a:pt x="10964" y="5924"/>
                    <a:pt x="10933" y="6050"/>
                    <a:pt x="10933" y="6176"/>
                  </a:cubicBezTo>
                  <a:cubicBezTo>
                    <a:pt x="10492" y="5735"/>
                    <a:pt x="9925" y="5514"/>
                    <a:pt x="9294" y="5514"/>
                  </a:cubicBezTo>
                  <a:cubicBezTo>
                    <a:pt x="9168" y="5514"/>
                    <a:pt x="9042" y="5514"/>
                    <a:pt x="8916" y="5546"/>
                  </a:cubicBezTo>
                  <a:cubicBezTo>
                    <a:pt x="8916" y="5231"/>
                    <a:pt x="8885" y="4947"/>
                    <a:pt x="8885" y="4664"/>
                  </a:cubicBezTo>
                  <a:cubicBezTo>
                    <a:pt x="9137" y="4569"/>
                    <a:pt x="9326" y="4349"/>
                    <a:pt x="9452" y="4160"/>
                  </a:cubicBezTo>
                  <a:close/>
                  <a:moveTo>
                    <a:pt x="2237" y="4097"/>
                  </a:moveTo>
                  <a:cubicBezTo>
                    <a:pt x="2363" y="4349"/>
                    <a:pt x="2552" y="4506"/>
                    <a:pt x="2773" y="4632"/>
                  </a:cubicBezTo>
                  <a:cubicBezTo>
                    <a:pt x="2741" y="5042"/>
                    <a:pt x="2710" y="5420"/>
                    <a:pt x="2710" y="5829"/>
                  </a:cubicBezTo>
                  <a:cubicBezTo>
                    <a:pt x="2710" y="6207"/>
                    <a:pt x="2741" y="6617"/>
                    <a:pt x="2773" y="6995"/>
                  </a:cubicBezTo>
                  <a:cubicBezTo>
                    <a:pt x="2552" y="7121"/>
                    <a:pt x="2363" y="7310"/>
                    <a:pt x="2237" y="7499"/>
                  </a:cubicBezTo>
                  <a:cubicBezTo>
                    <a:pt x="1261" y="7026"/>
                    <a:pt x="662" y="6459"/>
                    <a:pt x="662" y="5829"/>
                  </a:cubicBezTo>
                  <a:cubicBezTo>
                    <a:pt x="662" y="5199"/>
                    <a:pt x="1261" y="4569"/>
                    <a:pt x="2237" y="4097"/>
                  </a:cubicBezTo>
                  <a:close/>
                  <a:moveTo>
                    <a:pt x="5829" y="3466"/>
                  </a:moveTo>
                  <a:cubicBezTo>
                    <a:pt x="6175" y="3466"/>
                    <a:pt x="6522" y="3466"/>
                    <a:pt x="6869" y="3498"/>
                  </a:cubicBezTo>
                  <a:cubicBezTo>
                    <a:pt x="6932" y="4191"/>
                    <a:pt x="7467" y="4790"/>
                    <a:pt x="8192" y="4790"/>
                  </a:cubicBezTo>
                  <a:cubicBezTo>
                    <a:pt x="8223" y="5105"/>
                    <a:pt x="8223" y="5420"/>
                    <a:pt x="8223" y="5735"/>
                  </a:cubicBezTo>
                  <a:cubicBezTo>
                    <a:pt x="7436" y="6144"/>
                    <a:pt x="6869" y="6963"/>
                    <a:pt x="6869" y="7909"/>
                  </a:cubicBezTo>
                  <a:lnTo>
                    <a:pt x="6869" y="8192"/>
                  </a:lnTo>
                  <a:cubicBezTo>
                    <a:pt x="6522" y="8224"/>
                    <a:pt x="6175" y="8224"/>
                    <a:pt x="5829" y="8224"/>
                  </a:cubicBezTo>
                  <a:cubicBezTo>
                    <a:pt x="5451" y="8224"/>
                    <a:pt x="5104" y="8224"/>
                    <a:pt x="4758" y="8192"/>
                  </a:cubicBezTo>
                  <a:cubicBezTo>
                    <a:pt x="4726" y="7468"/>
                    <a:pt x="4159" y="6869"/>
                    <a:pt x="3466" y="6869"/>
                  </a:cubicBezTo>
                  <a:cubicBezTo>
                    <a:pt x="3403" y="6522"/>
                    <a:pt x="3403" y="6207"/>
                    <a:pt x="3403" y="5861"/>
                  </a:cubicBezTo>
                  <a:cubicBezTo>
                    <a:pt x="3403" y="5483"/>
                    <a:pt x="3403" y="5136"/>
                    <a:pt x="3466" y="4790"/>
                  </a:cubicBezTo>
                  <a:cubicBezTo>
                    <a:pt x="4159" y="4758"/>
                    <a:pt x="4758" y="4191"/>
                    <a:pt x="4758" y="3498"/>
                  </a:cubicBezTo>
                  <a:cubicBezTo>
                    <a:pt x="5104" y="3466"/>
                    <a:pt x="5482" y="3466"/>
                    <a:pt x="5829" y="3466"/>
                  </a:cubicBezTo>
                  <a:close/>
                  <a:moveTo>
                    <a:pt x="3403" y="7562"/>
                  </a:moveTo>
                  <a:cubicBezTo>
                    <a:pt x="3813" y="7562"/>
                    <a:pt x="4096" y="7877"/>
                    <a:pt x="4096" y="8224"/>
                  </a:cubicBezTo>
                  <a:cubicBezTo>
                    <a:pt x="4096" y="8570"/>
                    <a:pt x="3781" y="8885"/>
                    <a:pt x="3403" y="8885"/>
                  </a:cubicBezTo>
                  <a:cubicBezTo>
                    <a:pt x="3025" y="8885"/>
                    <a:pt x="2741" y="8570"/>
                    <a:pt x="2741" y="8224"/>
                  </a:cubicBezTo>
                  <a:cubicBezTo>
                    <a:pt x="2741" y="7877"/>
                    <a:pt x="3025" y="7562"/>
                    <a:pt x="3403" y="7562"/>
                  </a:cubicBezTo>
                  <a:close/>
                  <a:moveTo>
                    <a:pt x="7940" y="10114"/>
                  </a:moveTo>
                  <a:lnTo>
                    <a:pt x="8192" y="10429"/>
                  </a:lnTo>
                  <a:lnTo>
                    <a:pt x="7593" y="10650"/>
                  </a:lnTo>
                  <a:cubicBezTo>
                    <a:pt x="7719" y="10492"/>
                    <a:pt x="7814" y="10303"/>
                    <a:pt x="7940" y="10114"/>
                  </a:cubicBezTo>
                  <a:close/>
                  <a:moveTo>
                    <a:pt x="977" y="7594"/>
                  </a:moveTo>
                  <a:cubicBezTo>
                    <a:pt x="1261" y="7814"/>
                    <a:pt x="1639" y="8035"/>
                    <a:pt x="2048" y="8224"/>
                  </a:cubicBezTo>
                  <a:lnTo>
                    <a:pt x="2048" y="8255"/>
                  </a:lnTo>
                  <a:cubicBezTo>
                    <a:pt x="2048" y="9011"/>
                    <a:pt x="2678" y="9641"/>
                    <a:pt x="3403" y="9641"/>
                  </a:cubicBezTo>
                  <a:lnTo>
                    <a:pt x="3466" y="9641"/>
                  </a:lnTo>
                  <a:cubicBezTo>
                    <a:pt x="3655" y="10019"/>
                    <a:pt x="3844" y="10397"/>
                    <a:pt x="4096" y="10681"/>
                  </a:cubicBezTo>
                  <a:cubicBezTo>
                    <a:pt x="2615" y="10145"/>
                    <a:pt x="1481" y="9011"/>
                    <a:pt x="977" y="7594"/>
                  </a:cubicBezTo>
                  <a:close/>
                  <a:moveTo>
                    <a:pt x="9294" y="6207"/>
                  </a:moveTo>
                  <a:cubicBezTo>
                    <a:pt x="10240" y="6207"/>
                    <a:pt x="10964" y="6963"/>
                    <a:pt x="10964" y="7909"/>
                  </a:cubicBezTo>
                  <a:cubicBezTo>
                    <a:pt x="10964" y="8192"/>
                    <a:pt x="10901" y="8413"/>
                    <a:pt x="10807" y="8665"/>
                  </a:cubicBezTo>
                  <a:cubicBezTo>
                    <a:pt x="10744" y="8759"/>
                    <a:pt x="10177" y="9484"/>
                    <a:pt x="9294" y="10744"/>
                  </a:cubicBezTo>
                  <a:lnTo>
                    <a:pt x="8979" y="10303"/>
                  </a:lnTo>
                  <a:cubicBezTo>
                    <a:pt x="8018" y="9071"/>
                    <a:pt x="8059" y="9043"/>
                    <a:pt x="8038" y="9043"/>
                  </a:cubicBezTo>
                  <a:lnTo>
                    <a:pt x="8038" y="9043"/>
                  </a:lnTo>
                  <a:cubicBezTo>
                    <a:pt x="8037" y="9043"/>
                    <a:pt x="8036" y="9043"/>
                    <a:pt x="8034" y="9043"/>
                  </a:cubicBezTo>
                  <a:cubicBezTo>
                    <a:pt x="7751" y="8728"/>
                    <a:pt x="7593" y="8350"/>
                    <a:pt x="7593" y="7909"/>
                  </a:cubicBezTo>
                  <a:cubicBezTo>
                    <a:pt x="7593" y="6963"/>
                    <a:pt x="8349" y="6207"/>
                    <a:pt x="9294" y="6207"/>
                  </a:cubicBezTo>
                  <a:close/>
                  <a:moveTo>
                    <a:pt x="7026" y="8854"/>
                  </a:moveTo>
                  <a:cubicBezTo>
                    <a:pt x="7152" y="9074"/>
                    <a:pt x="7278" y="9326"/>
                    <a:pt x="7467" y="9515"/>
                  </a:cubicBezTo>
                  <a:cubicBezTo>
                    <a:pt x="7026" y="10429"/>
                    <a:pt x="6459" y="10965"/>
                    <a:pt x="5829" y="10965"/>
                  </a:cubicBezTo>
                  <a:cubicBezTo>
                    <a:pt x="5199" y="10965"/>
                    <a:pt x="4569" y="10397"/>
                    <a:pt x="4096" y="9389"/>
                  </a:cubicBezTo>
                  <a:cubicBezTo>
                    <a:pt x="4317" y="9295"/>
                    <a:pt x="4474" y="9074"/>
                    <a:pt x="4600" y="8854"/>
                  </a:cubicBezTo>
                  <a:cubicBezTo>
                    <a:pt x="4978" y="8885"/>
                    <a:pt x="5388" y="8917"/>
                    <a:pt x="5766" y="8917"/>
                  </a:cubicBezTo>
                  <a:cubicBezTo>
                    <a:pt x="6207" y="8917"/>
                    <a:pt x="6616" y="8885"/>
                    <a:pt x="7026" y="8854"/>
                  </a:cubicBezTo>
                  <a:close/>
                  <a:moveTo>
                    <a:pt x="5829" y="1"/>
                  </a:moveTo>
                  <a:cubicBezTo>
                    <a:pt x="2584" y="1"/>
                    <a:pt x="0" y="2616"/>
                    <a:pt x="0" y="5861"/>
                  </a:cubicBezTo>
                  <a:cubicBezTo>
                    <a:pt x="0" y="9043"/>
                    <a:pt x="2584" y="11689"/>
                    <a:pt x="5829" y="11689"/>
                  </a:cubicBezTo>
                  <a:cubicBezTo>
                    <a:pt x="6806" y="11689"/>
                    <a:pt x="7751" y="11437"/>
                    <a:pt x="8570" y="11028"/>
                  </a:cubicBezTo>
                  <a:lnTo>
                    <a:pt x="8979" y="11563"/>
                  </a:lnTo>
                  <a:cubicBezTo>
                    <a:pt x="9042" y="11658"/>
                    <a:pt x="9145" y="11705"/>
                    <a:pt x="9247" y="11705"/>
                  </a:cubicBezTo>
                  <a:cubicBezTo>
                    <a:pt x="9350" y="11705"/>
                    <a:pt x="9452" y="11658"/>
                    <a:pt x="9515" y="11563"/>
                  </a:cubicBezTo>
                  <a:cubicBezTo>
                    <a:pt x="9515" y="11563"/>
                    <a:pt x="11279" y="9169"/>
                    <a:pt x="11405" y="8980"/>
                  </a:cubicBezTo>
                  <a:cubicBezTo>
                    <a:pt x="11563" y="8665"/>
                    <a:pt x="11657" y="8287"/>
                    <a:pt x="11657" y="7940"/>
                  </a:cubicBezTo>
                  <a:cubicBezTo>
                    <a:pt x="11657" y="7657"/>
                    <a:pt x="11626" y="7405"/>
                    <a:pt x="11531" y="7152"/>
                  </a:cubicBezTo>
                  <a:cubicBezTo>
                    <a:pt x="11594" y="6774"/>
                    <a:pt x="11657" y="6333"/>
                    <a:pt x="11657" y="5892"/>
                  </a:cubicBezTo>
                  <a:cubicBezTo>
                    <a:pt x="11657" y="2616"/>
                    <a:pt x="9042" y="1"/>
                    <a:pt x="5829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8108;p175">
              <a:extLst>
                <a:ext uri="{FF2B5EF4-FFF2-40B4-BE49-F238E27FC236}">
                  <a16:creationId xmlns:a16="http://schemas.microsoft.com/office/drawing/2014/main" id="{64198526-D001-EBB6-6582-595B4BBA632D}"/>
                </a:ext>
              </a:extLst>
            </p:cNvPr>
            <p:cNvSpPr/>
            <p:nvPr/>
          </p:nvSpPr>
          <p:spPr>
            <a:xfrm>
              <a:off x="-33467475" y="2806675"/>
              <a:ext cx="51225" cy="51225"/>
            </a:xfrm>
            <a:custGeom>
              <a:avLst/>
              <a:gdLst/>
              <a:ahLst/>
              <a:cxnLst/>
              <a:rect l="l" t="t" r="r" b="b"/>
              <a:pathLst>
                <a:path w="2049" h="2049" extrusionOk="0">
                  <a:moveTo>
                    <a:pt x="1040" y="631"/>
                  </a:moveTo>
                  <a:cubicBezTo>
                    <a:pt x="1229" y="631"/>
                    <a:pt x="1387" y="789"/>
                    <a:pt x="1387" y="1009"/>
                  </a:cubicBezTo>
                  <a:cubicBezTo>
                    <a:pt x="1387" y="1198"/>
                    <a:pt x="1198" y="1356"/>
                    <a:pt x="1040" y="1356"/>
                  </a:cubicBezTo>
                  <a:cubicBezTo>
                    <a:pt x="820" y="1356"/>
                    <a:pt x="662" y="1198"/>
                    <a:pt x="662" y="1009"/>
                  </a:cubicBezTo>
                  <a:cubicBezTo>
                    <a:pt x="662" y="789"/>
                    <a:pt x="820" y="631"/>
                    <a:pt x="1040" y="63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4"/>
                    <a:pt x="1" y="1041"/>
                  </a:cubicBezTo>
                  <a:cubicBezTo>
                    <a:pt x="1" y="1576"/>
                    <a:pt x="473" y="2049"/>
                    <a:pt x="1040" y="2049"/>
                  </a:cubicBezTo>
                  <a:cubicBezTo>
                    <a:pt x="1576" y="2049"/>
                    <a:pt x="2049" y="1576"/>
                    <a:pt x="2049" y="1041"/>
                  </a:cubicBezTo>
                  <a:cubicBezTo>
                    <a:pt x="2049" y="442"/>
                    <a:pt x="1576" y="1"/>
                    <a:pt x="1040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32" name="Google Shape;8489;p175">
            <a:extLst>
              <a:ext uri="{FF2B5EF4-FFF2-40B4-BE49-F238E27FC236}">
                <a16:creationId xmlns:a16="http://schemas.microsoft.com/office/drawing/2014/main" id="{A9830E7A-0D2C-BA34-81F4-5726908B6F5A}"/>
              </a:ext>
            </a:extLst>
          </p:cNvPr>
          <p:cNvGrpSpPr/>
          <p:nvPr/>
        </p:nvGrpSpPr>
        <p:grpSpPr>
          <a:xfrm>
            <a:off x="6120250" y="2283166"/>
            <a:ext cx="261229" cy="217101"/>
            <a:chOff x="2821450" y="2957850"/>
            <a:chExt cx="259275" cy="258550"/>
          </a:xfrm>
        </p:grpSpPr>
        <p:sp>
          <p:nvSpPr>
            <p:cNvPr id="1333" name="Google Shape;8490;p175">
              <a:extLst>
                <a:ext uri="{FF2B5EF4-FFF2-40B4-BE49-F238E27FC236}">
                  <a16:creationId xmlns:a16="http://schemas.microsoft.com/office/drawing/2014/main" id="{16AB45A8-B337-D76F-7765-FB0D2425D23A}"/>
                </a:ext>
              </a:extLst>
            </p:cNvPr>
            <p:cNvSpPr/>
            <p:nvPr/>
          </p:nvSpPr>
          <p:spPr>
            <a:xfrm>
              <a:off x="2821450" y="3080500"/>
              <a:ext cx="259275" cy="135900"/>
            </a:xfrm>
            <a:custGeom>
              <a:avLst/>
              <a:gdLst/>
              <a:ahLst/>
              <a:cxnLst/>
              <a:rect l="l" t="t" r="r" b="b"/>
              <a:pathLst>
                <a:path w="10371" h="5436" extrusionOk="0">
                  <a:moveTo>
                    <a:pt x="2677" y="585"/>
                  </a:moveTo>
                  <a:cubicBezTo>
                    <a:pt x="3151" y="585"/>
                    <a:pt x="3569" y="1004"/>
                    <a:pt x="3569" y="1505"/>
                  </a:cubicBezTo>
                  <a:cubicBezTo>
                    <a:pt x="3569" y="1979"/>
                    <a:pt x="3151" y="2397"/>
                    <a:pt x="2677" y="2397"/>
                  </a:cubicBezTo>
                  <a:cubicBezTo>
                    <a:pt x="2147" y="2397"/>
                    <a:pt x="1757" y="1979"/>
                    <a:pt x="1757" y="1505"/>
                  </a:cubicBezTo>
                  <a:cubicBezTo>
                    <a:pt x="1757" y="1004"/>
                    <a:pt x="2175" y="585"/>
                    <a:pt x="2677" y="585"/>
                  </a:cubicBezTo>
                  <a:close/>
                  <a:moveTo>
                    <a:pt x="7555" y="585"/>
                  </a:moveTo>
                  <a:cubicBezTo>
                    <a:pt x="8029" y="585"/>
                    <a:pt x="8447" y="1004"/>
                    <a:pt x="8447" y="1505"/>
                  </a:cubicBezTo>
                  <a:cubicBezTo>
                    <a:pt x="8447" y="1979"/>
                    <a:pt x="8029" y="2397"/>
                    <a:pt x="7555" y="2397"/>
                  </a:cubicBezTo>
                  <a:cubicBezTo>
                    <a:pt x="7025" y="2397"/>
                    <a:pt x="6635" y="1979"/>
                    <a:pt x="6635" y="1505"/>
                  </a:cubicBezTo>
                  <a:cubicBezTo>
                    <a:pt x="6635" y="1004"/>
                    <a:pt x="7053" y="585"/>
                    <a:pt x="7555" y="585"/>
                  </a:cubicBezTo>
                  <a:close/>
                  <a:moveTo>
                    <a:pt x="2677" y="2983"/>
                  </a:moveTo>
                  <a:cubicBezTo>
                    <a:pt x="3736" y="2983"/>
                    <a:pt x="4628" y="3791"/>
                    <a:pt x="4795" y="4795"/>
                  </a:cubicBezTo>
                  <a:lnTo>
                    <a:pt x="586" y="4795"/>
                  </a:lnTo>
                  <a:cubicBezTo>
                    <a:pt x="698" y="3791"/>
                    <a:pt x="1618" y="2983"/>
                    <a:pt x="2677" y="2983"/>
                  </a:cubicBezTo>
                  <a:close/>
                  <a:moveTo>
                    <a:pt x="7555" y="2983"/>
                  </a:moveTo>
                  <a:cubicBezTo>
                    <a:pt x="8614" y="2983"/>
                    <a:pt x="9506" y="3791"/>
                    <a:pt x="9646" y="4795"/>
                  </a:cubicBezTo>
                  <a:lnTo>
                    <a:pt x="5409" y="4795"/>
                  </a:lnTo>
                  <a:cubicBezTo>
                    <a:pt x="5548" y="3791"/>
                    <a:pt x="6468" y="2983"/>
                    <a:pt x="7555" y="2983"/>
                  </a:cubicBezTo>
                  <a:close/>
                  <a:moveTo>
                    <a:pt x="2733" y="0"/>
                  </a:moveTo>
                  <a:cubicBezTo>
                    <a:pt x="1896" y="0"/>
                    <a:pt x="1227" y="669"/>
                    <a:pt x="1227" y="1505"/>
                  </a:cubicBezTo>
                  <a:cubicBezTo>
                    <a:pt x="1227" y="1951"/>
                    <a:pt x="1395" y="2342"/>
                    <a:pt x="1729" y="2620"/>
                  </a:cubicBezTo>
                  <a:cubicBezTo>
                    <a:pt x="698" y="3039"/>
                    <a:pt x="1" y="4014"/>
                    <a:pt x="1" y="5129"/>
                  </a:cubicBezTo>
                  <a:cubicBezTo>
                    <a:pt x="1" y="5296"/>
                    <a:pt x="140" y="5436"/>
                    <a:pt x="335" y="5436"/>
                  </a:cubicBezTo>
                  <a:lnTo>
                    <a:pt x="10036" y="5436"/>
                  </a:lnTo>
                  <a:cubicBezTo>
                    <a:pt x="10231" y="5436"/>
                    <a:pt x="10370" y="5296"/>
                    <a:pt x="10370" y="5129"/>
                  </a:cubicBezTo>
                  <a:cubicBezTo>
                    <a:pt x="10259" y="3958"/>
                    <a:pt x="9562" y="2983"/>
                    <a:pt x="8559" y="2620"/>
                  </a:cubicBezTo>
                  <a:cubicBezTo>
                    <a:pt x="8865" y="2342"/>
                    <a:pt x="9032" y="1951"/>
                    <a:pt x="9032" y="1505"/>
                  </a:cubicBezTo>
                  <a:cubicBezTo>
                    <a:pt x="9032" y="669"/>
                    <a:pt x="8391" y="0"/>
                    <a:pt x="7555" y="0"/>
                  </a:cubicBezTo>
                  <a:cubicBezTo>
                    <a:pt x="6719" y="0"/>
                    <a:pt x="6050" y="669"/>
                    <a:pt x="6050" y="1505"/>
                  </a:cubicBezTo>
                  <a:cubicBezTo>
                    <a:pt x="6050" y="1951"/>
                    <a:pt x="6217" y="2342"/>
                    <a:pt x="6524" y="2620"/>
                  </a:cubicBezTo>
                  <a:cubicBezTo>
                    <a:pt x="5910" y="2843"/>
                    <a:pt x="5409" y="3317"/>
                    <a:pt x="5130" y="3903"/>
                  </a:cubicBezTo>
                  <a:cubicBezTo>
                    <a:pt x="4823" y="3317"/>
                    <a:pt x="4322" y="2843"/>
                    <a:pt x="3736" y="2620"/>
                  </a:cubicBezTo>
                  <a:cubicBezTo>
                    <a:pt x="4043" y="2342"/>
                    <a:pt x="4238" y="1951"/>
                    <a:pt x="4238" y="1505"/>
                  </a:cubicBezTo>
                  <a:cubicBezTo>
                    <a:pt x="4238" y="669"/>
                    <a:pt x="3569" y="0"/>
                    <a:pt x="2733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8491;p175">
              <a:extLst>
                <a:ext uri="{FF2B5EF4-FFF2-40B4-BE49-F238E27FC236}">
                  <a16:creationId xmlns:a16="http://schemas.microsoft.com/office/drawing/2014/main" id="{E6DA236B-CF09-7D6C-7E9A-611E50B9C0AE}"/>
                </a:ext>
              </a:extLst>
            </p:cNvPr>
            <p:cNvSpPr/>
            <p:nvPr/>
          </p:nvSpPr>
          <p:spPr>
            <a:xfrm>
              <a:off x="2831900" y="2957850"/>
              <a:ext cx="228625" cy="106350"/>
            </a:xfrm>
            <a:custGeom>
              <a:avLst/>
              <a:gdLst/>
              <a:ahLst/>
              <a:cxnLst/>
              <a:rect l="l" t="t" r="r" b="b"/>
              <a:pathLst>
                <a:path w="9145" h="4254" extrusionOk="0">
                  <a:moveTo>
                    <a:pt x="8336" y="585"/>
                  </a:moveTo>
                  <a:cubicBezTo>
                    <a:pt x="8531" y="585"/>
                    <a:pt x="8642" y="725"/>
                    <a:pt x="8642" y="892"/>
                  </a:cubicBezTo>
                  <a:lnTo>
                    <a:pt x="8642" y="2119"/>
                  </a:lnTo>
                  <a:cubicBezTo>
                    <a:pt x="8642" y="2286"/>
                    <a:pt x="8531" y="2425"/>
                    <a:pt x="8336" y="2425"/>
                  </a:cubicBezTo>
                  <a:lnTo>
                    <a:pt x="7137" y="2425"/>
                  </a:lnTo>
                  <a:cubicBezTo>
                    <a:pt x="6942" y="2425"/>
                    <a:pt x="6803" y="2565"/>
                    <a:pt x="6803" y="2732"/>
                  </a:cubicBezTo>
                  <a:lnTo>
                    <a:pt x="6803" y="3234"/>
                  </a:lnTo>
                  <a:lnTo>
                    <a:pt x="6106" y="2537"/>
                  </a:lnTo>
                  <a:cubicBezTo>
                    <a:pt x="6050" y="2453"/>
                    <a:pt x="5966" y="2425"/>
                    <a:pt x="5911" y="2425"/>
                  </a:cubicBezTo>
                  <a:lnTo>
                    <a:pt x="3430" y="2425"/>
                  </a:lnTo>
                  <a:cubicBezTo>
                    <a:pt x="3346" y="2425"/>
                    <a:pt x="3262" y="2453"/>
                    <a:pt x="3207" y="2537"/>
                  </a:cubicBezTo>
                  <a:lnTo>
                    <a:pt x="2510" y="3234"/>
                  </a:lnTo>
                  <a:lnTo>
                    <a:pt x="2510" y="2732"/>
                  </a:lnTo>
                  <a:cubicBezTo>
                    <a:pt x="2510" y="2565"/>
                    <a:pt x="2370" y="2425"/>
                    <a:pt x="2203" y="2425"/>
                  </a:cubicBezTo>
                  <a:lnTo>
                    <a:pt x="1032" y="2425"/>
                  </a:lnTo>
                  <a:cubicBezTo>
                    <a:pt x="865" y="2425"/>
                    <a:pt x="726" y="2286"/>
                    <a:pt x="726" y="2119"/>
                  </a:cubicBezTo>
                  <a:lnTo>
                    <a:pt x="726" y="892"/>
                  </a:lnTo>
                  <a:cubicBezTo>
                    <a:pt x="726" y="725"/>
                    <a:pt x="865" y="585"/>
                    <a:pt x="1032" y="585"/>
                  </a:cubicBezTo>
                  <a:close/>
                  <a:moveTo>
                    <a:pt x="921" y="0"/>
                  </a:moveTo>
                  <a:cubicBezTo>
                    <a:pt x="447" y="0"/>
                    <a:pt x="1" y="418"/>
                    <a:pt x="1" y="892"/>
                  </a:cubicBezTo>
                  <a:lnTo>
                    <a:pt x="1" y="2119"/>
                  </a:lnTo>
                  <a:cubicBezTo>
                    <a:pt x="1" y="2592"/>
                    <a:pt x="419" y="3011"/>
                    <a:pt x="921" y="3011"/>
                  </a:cubicBezTo>
                  <a:lnTo>
                    <a:pt x="1841" y="3011"/>
                  </a:lnTo>
                  <a:lnTo>
                    <a:pt x="1841" y="3958"/>
                  </a:lnTo>
                  <a:cubicBezTo>
                    <a:pt x="1924" y="4098"/>
                    <a:pt x="2008" y="4209"/>
                    <a:pt x="2120" y="4237"/>
                  </a:cubicBezTo>
                  <a:cubicBezTo>
                    <a:pt x="2150" y="4247"/>
                    <a:pt x="2188" y="4254"/>
                    <a:pt x="2228" y="4254"/>
                  </a:cubicBezTo>
                  <a:cubicBezTo>
                    <a:pt x="2298" y="4254"/>
                    <a:pt x="2373" y="4234"/>
                    <a:pt x="2426" y="4181"/>
                  </a:cubicBezTo>
                  <a:lnTo>
                    <a:pt x="3541" y="3011"/>
                  </a:lnTo>
                  <a:lnTo>
                    <a:pt x="5743" y="3011"/>
                  </a:lnTo>
                  <a:lnTo>
                    <a:pt x="6830" y="4181"/>
                  </a:lnTo>
                  <a:cubicBezTo>
                    <a:pt x="6883" y="4234"/>
                    <a:pt x="6959" y="4254"/>
                    <a:pt x="7035" y="4254"/>
                  </a:cubicBezTo>
                  <a:cubicBezTo>
                    <a:pt x="7080" y="4254"/>
                    <a:pt x="7124" y="4247"/>
                    <a:pt x="7165" y="4237"/>
                  </a:cubicBezTo>
                  <a:cubicBezTo>
                    <a:pt x="7249" y="4209"/>
                    <a:pt x="7332" y="4070"/>
                    <a:pt x="7332" y="3958"/>
                  </a:cubicBezTo>
                  <a:lnTo>
                    <a:pt x="7332" y="3011"/>
                  </a:lnTo>
                  <a:lnTo>
                    <a:pt x="8224" y="3011"/>
                  </a:lnTo>
                  <a:cubicBezTo>
                    <a:pt x="8726" y="3011"/>
                    <a:pt x="9144" y="2592"/>
                    <a:pt x="9144" y="2119"/>
                  </a:cubicBezTo>
                  <a:lnTo>
                    <a:pt x="9144" y="892"/>
                  </a:lnTo>
                  <a:cubicBezTo>
                    <a:pt x="9144" y="418"/>
                    <a:pt x="8726" y="0"/>
                    <a:pt x="8224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8492;p175">
              <a:extLst>
                <a:ext uri="{FF2B5EF4-FFF2-40B4-BE49-F238E27FC236}">
                  <a16:creationId xmlns:a16="http://schemas.microsoft.com/office/drawing/2014/main" id="{E7585E55-32CA-2C6A-12DA-C2120A79E103}"/>
                </a:ext>
              </a:extLst>
            </p:cNvPr>
            <p:cNvSpPr/>
            <p:nvPr/>
          </p:nvSpPr>
          <p:spPr>
            <a:xfrm>
              <a:off x="3024600" y="2966925"/>
              <a:ext cx="29875" cy="58497"/>
            </a:xfrm>
            <a:custGeom>
              <a:avLst/>
              <a:gdLst/>
              <a:ahLst/>
              <a:cxnLst/>
              <a:rect l="l" t="t" r="r" b="b"/>
              <a:pathLst>
                <a:path w="1195" h="2376" extrusionOk="0">
                  <a:moveTo>
                    <a:pt x="159" y="2269"/>
                  </a:moveTo>
                  <a:cubicBezTo>
                    <a:pt x="131" y="2225"/>
                    <a:pt x="349" y="2178"/>
                    <a:pt x="444" y="2102"/>
                  </a:cubicBezTo>
                  <a:cubicBezTo>
                    <a:pt x="539" y="2027"/>
                    <a:pt x="682" y="2090"/>
                    <a:pt x="730" y="1816"/>
                  </a:cubicBezTo>
                  <a:cubicBezTo>
                    <a:pt x="778" y="1542"/>
                    <a:pt x="774" y="725"/>
                    <a:pt x="730" y="459"/>
                  </a:cubicBezTo>
                  <a:cubicBezTo>
                    <a:pt x="686" y="193"/>
                    <a:pt x="587" y="273"/>
                    <a:pt x="468" y="221"/>
                  </a:cubicBezTo>
                  <a:cubicBezTo>
                    <a:pt x="349" y="169"/>
                    <a:pt x="-16" y="185"/>
                    <a:pt x="16" y="149"/>
                  </a:cubicBezTo>
                  <a:cubicBezTo>
                    <a:pt x="48" y="113"/>
                    <a:pt x="473" y="-21"/>
                    <a:pt x="659" y="7"/>
                  </a:cubicBezTo>
                  <a:cubicBezTo>
                    <a:pt x="846" y="35"/>
                    <a:pt x="1048" y="54"/>
                    <a:pt x="1135" y="316"/>
                  </a:cubicBezTo>
                  <a:cubicBezTo>
                    <a:pt x="1222" y="578"/>
                    <a:pt x="1183" y="1276"/>
                    <a:pt x="1183" y="1578"/>
                  </a:cubicBezTo>
                  <a:cubicBezTo>
                    <a:pt x="1183" y="1880"/>
                    <a:pt x="1230" y="1995"/>
                    <a:pt x="1135" y="2126"/>
                  </a:cubicBezTo>
                  <a:cubicBezTo>
                    <a:pt x="1040" y="2257"/>
                    <a:pt x="774" y="2340"/>
                    <a:pt x="611" y="2364"/>
                  </a:cubicBezTo>
                  <a:cubicBezTo>
                    <a:pt x="448" y="2388"/>
                    <a:pt x="187" y="2313"/>
                    <a:pt x="159" y="2269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1336" name="Google Shape;10214;p180">
            <a:extLst>
              <a:ext uri="{FF2B5EF4-FFF2-40B4-BE49-F238E27FC236}">
                <a16:creationId xmlns:a16="http://schemas.microsoft.com/office/drawing/2014/main" id="{4F8C91CB-7445-DA15-F295-97789B27AF53}"/>
              </a:ext>
            </a:extLst>
          </p:cNvPr>
          <p:cNvGrpSpPr/>
          <p:nvPr/>
        </p:nvGrpSpPr>
        <p:grpSpPr>
          <a:xfrm>
            <a:off x="831603" y="3829982"/>
            <a:ext cx="267076" cy="252236"/>
            <a:chOff x="2508825" y="2318350"/>
            <a:chExt cx="297750" cy="295400"/>
          </a:xfrm>
        </p:grpSpPr>
        <p:sp>
          <p:nvSpPr>
            <p:cNvPr id="1337" name="Google Shape;10215;p180">
              <a:extLst>
                <a:ext uri="{FF2B5EF4-FFF2-40B4-BE49-F238E27FC236}">
                  <a16:creationId xmlns:a16="http://schemas.microsoft.com/office/drawing/2014/main" id="{51951EED-0F30-D0FD-A353-C2AD11782704}"/>
                </a:ext>
              </a:extLst>
            </p:cNvPr>
            <p:cNvSpPr/>
            <p:nvPr/>
          </p:nvSpPr>
          <p:spPr>
            <a:xfrm>
              <a:off x="2508825" y="2318350"/>
              <a:ext cx="297750" cy="295400"/>
            </a:xfrm>
            <a:custGeom>
              <a:avLst/>
              <a:gdLst/>
              <a:ahLst/>
              <a:cxnLst/>
              <a:rect l="l" t="t" r="r" b="b"/>
              <a:pathLst>
                <a:path w="11910" h="11816" extrusionOk="0">
                  <a:moveTo>
                    <a:pt x="5892" y="694"/>
                  </a:moveTo>
                  <a:cubicBezTo>
                    <a:pt x="7625" y="694"/>
                    <a:pt x="9043" y="2112"/>
                    <a:pt x="9043" y="3845"/>
                  </a:cubicBezTo>
                  <a:cubicBezTo>
                    <a:pt x="9043" y="5483"/>
                    <a:pt x="7751" y="6838"/>
                    <a:pt x="6081" y="6932"/>
                  </a:cubicBezTo>
                  <a:cubicBezTo>
                    <a:pt x="6018" y="6932"/>
                    <a:pt x="5987" y="6901"/>
                    <a:pt x="5924" y="6869"/>
                  </a:cubicBezTo>
                  <a:lnTo>
                    <a:pt x="5766" y="6711"/>
                  </a:lnTo>
                  <a:cubicBezTo>
                    <a:pt x="5297" y="6298"/>
                    <a:pt x="4683" y="6101"/>
                    <a:pt x="4072" y="6101"/>
                  </a:cubicBezTo>
                  <a:cubicBezTo>
                    <a:pt x="3985" y="6101"/>
                    <a:pt x="3899" y="6105"/>
                    <a:pt x="3813" y="6113"/>
                  </a:cubicBezTo>
                  <a:cubicBezTo>
                    <a:pt x="3151" y="5577"/>
                    <a:pt x="2773" y="4727"/>
                    <a:pt x="2773" y="3845"/>
                  </a:cubicBezTo>
                  <a:cubicBezTo>
                    <a:pt x="2773" y="2112"/>
                    <a:pt x="4191" y="694"/>
                    <a:pt x="5892" y="694"/>
                  </a:cubicBezTo>
                  <a:close/>
                  <a:moveTo>
                    <a:pt x="4171" y="6822"/>
                  </a:moveTo>
                  <a:cubicBezTo>
                    <a:pt x="4577" y="6822"/>
                    <a:pt x="4979" y="6964"/>
                    <a:pt x="5294" y="7247"/>
                  </a:cubicBezTo>
                  <a:cubicBezTo>
                    <a:pt x="5420" y="7373"/>
                    <a:pt x="5735" y="7657"/>
                    <a:pt x="5892" y="7657"/>
                  </a:cubicBezTo>
                  <a:lnTo>
                    <a:pt x="7972" y="7657"/>
                  </a:lnTo>
                  <a:cubicBezTo>
                    <a:pt x="8192" y="7657"/>
                    <a:pt x="8350" y="7814"/>
                    <a:pt x="8350" y="8003"/>
                  </a:cubicBezTo>
                  <a:cubicBezTo>
                    <a:pt x="8350" y="8192"/>
                    <a:pt x="8192" y="8350"/>
                    <a:pt x="7972" y="8350"/>
                  </a:cubicBezTo>
                  <a:lnTo>
                    <a:pt x="5514" y="8350"/>
                  </a:lnTo>
                  <a:cubicBezTo>
                    <a:pt x="5294" y="8350"/>
                    <a:pt x="5136" y="8507"/>
                    <a:pt x="5136" y="8728"/>
                  </a:cubicBezTo>
                  <a:cubicBezTo>
                    <a:pt x="5136" y="8917"/>
                    <a:pt x="5294" y="9074"/>
                    <a:pt x="5514" y="9074"/>
                  </a:cubicBezTo>
                  <a:lnTo>
                    <a:pt x="8224" y="9074"/>
                  </a:lnTo>
                  <a:cubicBezTo>
                    <a:pt x="8507" y="9074"/>
                    <a:pt x="8759" y="8948"/>
                    <a:pt x="8980" y="8759"/>
                  </a:cubicBezTo>
                  <a:lnTo>
                    <a:pt x="10492" y="7090"/>
                  </a:lnTo>
                  <a:cubicBezTo>
                    <a:pt x="10568" y="7033"/>
                    <a:pt x="10666" y="6987"/>
                    <a:pt x="10766" y="6987"/>
                  </a:cubicBezTo>
                  <a:cubicBezTo>
                    <a:pt x="10833" y="6987"/>
                    <a:pt x="10902" y="7008"/>
                    <a:pt x="10965" y="7058"/>
                  </a:cubicBezTo>
                  <a:cubicBezTo>
                    <a:pt x="11122" y="7184"/>
                    <a:pt x="11185" y="7373"/>
                    <a:pt x="11059" y="7531"/>
                  </a:cubicBezTo>
                  <a:lnTo>
                    <a:pt x="9389" y="9767"/>
                  </a:lnTo>
                  <a:cubicBezTo>
                    <a:pt x="9074" y="10209"/>
                    <a:pt x="8570" y="10492"/>
                    <a:pt x="8035" y="10492"/>
                  </a:cubicBezTo>
                  <a:lnTo>
                    <a:pt x="2773" y="10492"/>
                  </a:lnTo>
                  <a:lnTo>
                    <a:pt x="2773" y="7468"/>
                  </a:lnTo>
                  <a:lnTo>
                    <a:pt x="3025" y="7247"/>
                  </a:lnTo>
                  <a:cubicBezTo>
                    <a:pt x="3356" y="6964"/>
                    <a:pt x="3766" y="6822"/>
                    <a:pt x="4171" y="6822"/>
                  </a:cubicBezTo>
                  <a:close/>
                  <a:moveTo>
                    <a:pt x="1734" y="6932"/>
                  </a:moveTo>
                  <a:cubicBezTo>
                    <a:pt x="1923" y="6932"/>
                    <a:pt x="2080" y="7090"/>
                    <a:pt x="2080" y="7310"/>
                  </a:cubicBezTo>
                  <a:lnTo>
                    <a:pt x="2080" y="10807"/>
                  </a:lnTo>
                  <a:cubicBezTo>
                    <a:pt x="2080" y="10996"/>
                    <a:pt x="1923" y="11154"/>
                    <a:pt x="1734" y="11154"/>
                  </a:cubicBezTo>
                  <a:lnTo>
                    <a:pt x="662" y="11154"/>
                  </a:lnTo>
                  <a:lnTo>
                    <a:pt x="662" y="6932"/>
                  </a:lnTo>
                  <a:close/>
                  <a:moveTo>
                    <a:pt x="5924" y="1"/>
                  </a:moveTo>
                  <a:cubicBezTo>
                    <a:pt x="3844" y="1"/>
                    <a:pt x="2112" y="1734"/>
                    <a:pt x="2112" y="3845"/>
                  </a:cubicBezTo>
                  <a:cubicBezTo>
                    <a:pt x="2112" y="4790"/>
                    <a:pt x="2458" y="5672"/>
                    <a:pt x="3088" y="6396"/>
                  </a:cubicBezTo>
                  <a:cubicBezTo>
                    <a:pt x="2931" y="6459"/>
                    <a:pt x="2773" y="6585"/>
                    <a:pt x="2616" y="6711"/>
                  </a:cubicBezTo>
                  <a:cubicBezTo>
                    <a:pt x="2427" y="6428"/>
                    <a:pt x="2112" y="6270"/>
                    <a:pt x="1765" y="6270"/>
                  </a:cubicBezTo>
                  <a:lnTo>
                    <a:pt x="347" y="6270"/>
                  </a:lnTo>
                  <a:cubicBezTo>
                    <a:pt x="158" y="6270"/>
                    <a:pt x="1" y="6428"/>
                    <a:pt x="1" y="6585"/>
                  </a:cubicBezTo>
                  <a:lnTo>
                    <a:pt x="1" y="11469"/>
                  </a:lnTo>
                  <a:cubicBezTo>
                    <a:pt x="1" y="11658"/>
                    <a:pt x="158" y="11815"/>
                    <a:pt x="347" y="11815"/>
                  </a:cubicBezTo>
                  <a:lnTo>
                    <a:pt x="1765" y="11815"/>
                  </a:lnTo>
                  <a:cubicBezTo>
                    <a:pt x="2238" y="11815"/>
                    <a:pt x="2584" y="11563"/>
                    <a:pt x="2742" y="11122"/>
                  </a:cubicBezTo>
                  <a:lnTo>
                    <a:pt x="8035" y="11122"/>
                  </a:lnTo>
                  <a:cubicBezTo>
                    <a:pt x="8759" y="11122"/>
                    <a:pt x="9515" y="10776"/>
                    <a:pt x="9956" y="10146"/>
                  </a:cubicBezTo>
                  <a:lnTo>
                    <a:pt x="11595" y="7877"/>
                  </a:lnTo>
                  <a:cubicBezTo>
                    <a:pt x="11910" y="7468"/>
                    <a:pt x="11878" y="6838"/>
                    <a:pt x="11437" y="6459"/>
                  </a:cubicBezTo>
                  <a:cubicBezTo>
                    <a:pt x="11249" y="6301"/>
                    <a:pt x="11015" y="6221"/>
                    <a:pt x="10780" y="6221"/>
                  </a:cubicBezTo>
                  <a:cubicBezTo>
                    <a:pt x="10503" y="6221"/>
                    <a:pt x="10224" y="6332"/>
                    <a:pt x="10019" y="6554"/>
                  </a:cubicBezTo>
                  <a:lnTo>
                    <a:pt x="9011" y="7657"/>
                  </a:lnTo>
                  <a:cubicBezTo>
                    <a:pt x="8885" y="7247"/>
                    <a:pt x="8539" y="6932"/>
                    <a:pt x="8098" y="6932"/>
                  </a:cubicBezTo>
                  <a:cubicBezTo>
                    <a:pt x="8287" y="6838"/>
                    <a:pt x="8444" y="6680"/>
                    <a:pt x="8602" y="6522"/>
                  </a:cubicBezTo>
                  <a:cubicBezTo>
                    <a:pt x="9358" y="5798"/>
                    <a:pt x="9767" y="4821"/>
                    <a:pt x="9767" y="3845"/>
                  </a:cubicBezTo>
                  <a:cubicBezTo>
                    <a:pt x="9767" y="1734"/>
                    <a:pt x="8035" y="1"/>
                    <a:pt x="5924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0216;p180">
              <a:extLst>
                <a:ext uri="{FF2B5EF4-FFF2-40B4-BE49-F238E27FC236}">
                  <a16:creationId xmlns:a16="http://schemas.microsoft.com/office/drawing/2014/main" id="{2CE5A830-AA2D-64EF-377F-044839A9C260}"/>
                </a:ext>
              </a:extLst>
            </p:cNvPr>
            <p:cNvSpPr/>
            <p:nvPr/>
          </p:nvSpPr>
          <p:spPr>
            <a:xfrm>
              <a:off x="2629350" y="2353025"/>
              <a:ext cx="54350" cy="121300"/>
            </a:xfrm>
            <a:custGeom>
              <a:avLst/>
              <a:gdLst/>
              <a:ahLst/>
              <a:cxnLst/>
              <a:rect l="l" t="t" r="r" b="b"/>
              <a:pathLst>
                <a:path w="2174" h="4852" extrusionOk="0">
                  <a:moveTo>
                    <a:pt x="1071" y="0"/>
                  </a:moveTo>
                  <a:cubicBezTo>
                    <a:pt x="882" y="0"/>
                    <a:pt x="725" y="158"/>
                    <a:pt x="725" y="347"/>
                  </a:cubicBezTo>
                  <a:lnTo>
                    <a:pt x="725" y="756"/>
                  </a:lnTo>
                  <a:cubicBezTo>
                    <a:pt x="315" y="914"/>
                    <a:pt x="63" y="1292"/>
                    <a:pt x="63" y="1733"/>
                  </a:cubicBezTo>
                  <a:cubicBezTo>
                    <a:pt x="0" y="2332"/>
                    <a:pt x="473" y="2804"/>
                    <a:pt x="1071" y="2804"/>
                  </a:cubicBezTo>
                  <a:cubicBezTo>
                    <a:pt x="1260" y="2804"/>
                    <a:pt x="1418" y="2962"/>
                    <a:pt x="1418" y="3151"/>
                  </a:cubicBezTo>
                  <a:cubicBezTo>
                    <a:pt x="1418" y="3308"/>
                    <a:pt x="1355" y="3434"/>
                    <a:pt x="1229" y="3466"/>
                  </a:cubicBezTo>
                  <a:cubicBezTo>
                    <a:pt x="1185" y="3492"/>
                    <a:pt x="1140" y="3503"/>
                    <a:pt x="1093" y="3503"/>
                  </a:cubicBezTo>
                  <a:cubicBezTo>
                    <a:pt x="970" y="3503"/>
                    <a:pt x="839" y="3422"/>
                    <a:pt x="725" y="3308"/>
                  </a:cubicBezTo>
                  <a:cubicBezTo>
                    <a:pt x="662" y="3245"/>
                    <a:pt x="575" y="3214"/>
                    <a:pt x="488" y="3214"/>
                  </a:cubicBezTo>
                  <a:cubicBezTo>
                    <a:pt x="402" y="3214"/>
                    <a:pt x="315" y="3245"/>
                    <a:pt x="252" y="3308"/>
                  </a:cubicBezTo>
                  <a:cubicBezTo>
                    <a:pt x="126" y="3434"/>
                    <a:pt x="126" y="3655"/>
                    <a:pt x="252" y="3781"/>
                  </a:cubicBezTo>
                  <a:cubicBezTo>
                    <a:pt x="410" y="3938"/>
                    <a:pt x="567" y="4064"/>
                    <a:pt x="756" y="4096"/>
                  </a:cubicBezTo>
                  <a:lnTo>
                    <a:pt x="756" y="4505"/>
                  </a:lnTo>
                  <a:cubicBezTo>
                    <a:pt x="756" y="4694"/>
                    <a:pt x="914" y="4852"/>
                    <a:pt x="1103" y="4852"/>
                  </a:cubicBezTo>
                  <a:cubicBezTo>
                    <a:pt x="1323" y="4852"/>
                    <a:pt x="1481" y="4694"/>
                    <a:pt x="1481" y="4505"/>
                  </a:cubicBezTo>
                  <a:lnTo>
                    <a:pt x="1481" y="4096"/>
                  </a:lnTo>
                  <a:cubicBezTo>
                    <a:pt x="1481" y="4096"/>
                    <a:pt x="1512" y="4096"/>
                    <a:pt x="1512" y="4064"/>
                  </a:cubicBezTo>
                  <a:cubicBezTo>
                    <a:pt x="1890" y="3907"/>
                    <a:pt x="2142" y="3497"/>
                    <a:pt x="2142" y="3119"/>
                  </a:cubicBezTo>
                  <a:cubicBezTo>
                    <a:pt x="2142" y="2521"/>
                    <a:pt x="1670" y="2079"/>
                    <a:pt x="1103" y="2079"/>
                  </a:cubicBezTo>
                  <a:cubicBezTo>
                    <a:pt x="914" y="2079"/>
                    <a:pt x="756" y="1922"/>
                    <a:pt x="756" y="1733"/>
                  </a:cubicBezTo>
                  <a:cubicBezTo>
                    <a:pt x="756" y="1575"/>
                    <a:pt x="851" y="1449"/>
                    <a:pt x="1008" y="1418"/>
                  </a:cubicBezTo>
                  <a:cubicBezTo>
                    <a:pt x="1047" y="1405"/>
                    <a:pt x="1085" y="1399"/>
                    <a:pt x="1124" y="1399"/>
                  </a:cubicBezTo>
                  <a:cubicBezTo>
                    <a:pt x="1273" y="1399"/>
                    <a:pt x="1418" y="1494"/>
                    <a:pt x="1544" y="1670"/>
                  </a:cubicBezTo>
                  <a:cubicBezTo>
                    <a:pt x="1610" y="1753"/>
                    <a:pt x="1703" y="1792"/>
                    <a:pt x="1795" y="1792"/>
                  </a:cubicBezTo>
                  <a:cubicBezTo>
                    <a:pt x="1876" y="1792"/>
                    <a:pt x="1957" y="1761"/>
                    <a:pt x="2016" y="1701"/>
                  </a:cubicBezTo>
                  <a:cubicBezTo>
                    <a:pt x="2174" y="1575"/>
                    <a:pt x="2174" y="1323"/>
                    <a:pt x="2048" y="1229"/>
                  </a:cubicBezTo>
                  <a:cubicBezTo>
                    <a:pt x="1859" y="977"/>
                    <a:pt x="1670" y="819"/>
                    <a:pt x="1418" y="756"/>
                  </a:cubicBezTo>
                  <a:lnTo>
                    <a:pt x="1418" y="347"/>
                  </a:ln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4" name="Google Shape;10290;p180">
            <a:extLst>
              <a:ext uri="{FF2B5EF4-FFF2-40B4-BE49-F238E27FC236}">
                <a16:creationId xmlns:a16="http://schemas.microsoft.com/office/drawing/2014/main" id="{188E6339-5595-723E-D25C-3EEB82E1B422}"/>
              </a:ext>
            </a:extLst>
          </p:cNvPr>
          <p:cNvGrpSpPr/>
          <p:nvPr/>
        </p:nvGrpSpPr>
        <p:grpSpPr>
          <a:xfrm>
            <a:off x="6287941" y="3674934"/>
            <a:ext cx="290043" cy="291259"/>
            <a:chOff x="3599700" y="1954475"/>
            <a:chExt cx="296175" cy="295400"/>
          </a:xfrm>
        </p:grpSpPr>
        <p:sp>
          <p:nvSpPr>
            <p:cNvPr id="1345" name="Google Shape;10291;p180">
              <a:extLst>
                <a:ext uri="{FF2B5EF4-FFF2-40B4-BE49-F238E27FC236}">
                  <a16:creationId xmlns:a16="http://schemas.microsoft.com/office/drawing/2014/main" id="{CCE9229C-337A-49F4-DB16-4085ECA14EA9}"/>
                </a:ext>
              </a:extLst>
            </p:cNvPr>
            <p:cNvSpPr/>
            <p:nvPr/>
          </p:nvSpPr>
          <p:spPr>
            <a:xfrm>
              <a:off x="3599700" y="1954475"/>
              <a:ext cx="296175" cy="295400"/>
            </a:xfrm>
            <a:custGeom>
              <a:avLst/>
              <a:gdLst/>
              <a:ahLst/>
              <a:cxnLst/>
              <a:rect l="l" t="t" r="r" b="b"/>
              <a:pathLst>
                <a:path w="11847" h="11816" extrusionOk="0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Google Shape;10292;p180">
              <a:extLst>
                <a:ext uri="{FF2B5EF4-FFF2-40B4-BE49-F238E27FC236}">
                  <a16:creationId xmlns:a16="http://schemas.microsoft.com/office/drawing/2014/main" id="{30ACB7B6-0648-693C-BA9B-85228A77E0AE}"/>
                </a:ext>
              </a:extLst>
            </p:cNvPr>
            <p:cNvSpPr/>
            <p:nvPr/>
          </p:nvSpPr>
          <p:spPr>
            <a:xfrm>
              <a:off x="3825750" y="20757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Google Shape;10293;p180">
              <a:extLst>
                <a:ext uri="{FF2B5EF4-FFF2-40B4-BE49-F238E27FC236}">
                  <a16:creationId xmlns:a16="http://schemas.microsoft.com/office/drawing/2014/main" id="{0DE21D11-ABCD-A9D6-449D-B743022D42B4}"/>
                </a:ext>
              </a:extLst>
            </p:cNvPr>
            <p:cNvSpPr/>
            <p:nvPr/>
          </p:nvSpPr>
          <p:spPr>
            <a:xfrm>
              <a:off x="3633550" y="20757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noFill/>
            <a:ln w="9525" cap="flat" cmpd="sng" algn="ctr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4"/>
            </a:fontRef>
          </p:style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8" name="Google Shape;5788;p170">
            <a:extLst>
              <a:ext uri="{FF2B5EF4-FFF2-40B4-BE49-F238E27FC236}">
                <a16:creationId xmlns:a16="http://schemas.microsoft.com/office/drawing/2014/main" id="{87AF681C-0B29-563A-D26A-03F845AF7ADE}"/>
              </a:ext>
            </a:extLst>
          </p:cNvPr>
          <p:cNvSpPr/>
          <p:nvPr/>
        </p:nvSpPr>
        <p:spPr>
          <a:xfrm>
            <a:off x="3158530" y="2159570"/>
            <a:ext cx="333870" cy="187133"/>
          </a:xfrm>
          <a:custGeom>
            <a:avLst/>
            <a:gdLst/>
            <a:ahLst/>
            <a:cxnLst/>
            <a:rect l="l" t="t" r="r" b="b"/>
            <a:pathLst>
              <a:path w="19273" h="11606" extrusionOk="0">
                <a:moveTo>
                  <a:pt x="8589" y="0"/>
                </a:moveTo>
                <a:cubicBezTo>
                  <a:pt x="7469" y="3"/>
                  <a:pt x="6385" y="407"/>
                  <a:pt x="5536" y="1138"/>
                </a:cubicBezTo>
                <a:cubicBezTo>
                  <a:pt x="4819" y="1759"/>
                  <a:pt x="4289" y="2566"/>
                  <a:pt x="4006" y="3469"/>
                </a:cubicBezTo>
                <a:lnTo>
                  <a:pt x="3891" y="3469"/>
                </a:lnTo>
                <a:cubicBezTo>
                  <a:pt x="1747" y="3469"/>
                  <a:pt x="1" y="5294"/>
                  <a:pt x="1" y="7537"/>
                </a:cubicBezTo>
                <a:cubicBezTo>
                  <a:pt x="1" y="9781"/>
                  <a:pt x="1744" y="11605"/>
                  <a:pt x="3891" y="11605"/>
                </a:cubicBezTo>
                <a:lnTo>
                  <a:pt x="14798" y="11605"/>
                </a:lnTo>
                <a:cubicBezTo>
                  <a:pt x="17264" y="11605"/>
                  <a:pt x="19273" y="9507"/>
                  <a:pt x="19273" y="6923"/>
                </a:cubicBezTo>
                <a:cubicBezTo>
                  <a:pt x="19273" y="6044"/>
                  <a:pt x="19035" y="5182"/>
                  <a:pt x="18583" y="4430"/>
                </a:cubicBezTo>
                <a:cubicBezTo>
                  <a:pt x="18153" y="3707"/>
                  <a:pt x="17529" y="3117"/>
                  <a:pt x="16783" y="2728"/>
                </a:cubicBezTo>
                <a:cubicBezTo>
                  <a:pt x="16161" y="2404"/>
                  <a:pt x="15479" y="2243"/>
                  <a:pt x="14797" y="2243"/>
                </a:cubicBezTo>
                <a:cubicBezTo>
                  <a:pt x="14134" y="2243"/>
                  <a:pt x="13470" y="2395"/>
                  <a:pt x="12862" y="2701"/>
                </a:cubicBezTo>
                <a:cubicBezTo>
                  <a:pt x="12233" y="1442"/>
                  <a:pt x="11118" y="512"/>
                  <a:pt x="9784" y="157"/>
                </a:cubicBezTo>
                <a:cubicBezTo>
                  <a:pt x="9393" y="54"/>
                  <a:pt x="8992" y="0"/>
                  <a:pt x="8589" y="0"/>
                </a:cubicBezTo>
                <a:close/>
              </a:path>
            </a:pathLst>
          </a:custGeom>
          <a:solidFill>
            <a:srgbClr val="5F7D95"/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435D74"/>
              </a:solidFill>
            </a:endParaRPr>
          </a:p>
        </p:txBody>
      </p:sp>
      <p:grpSp>
        <p:nvGrpSpPr>
          <p:cNvPr id="1349" name="Google Shape;5755;p170">
            <a:extLst>
              <a:ext uri="{FF2B5EF4-FFF2-40B4-BE49-F238E27FC236}">
                <a16:creationId xmlns:a16="http://schemas.microsoft.com/office/drawing/2014/main" id="{51C4DBD4-966E-453B-E335-5ADB243D936C}"/>
              </a:ext>
            </a:extLst>
          </p:cNvPr>
          <p:cNvGrpSpPr/>
          <p:nvPr/>
        </p:nvGrpSpPr>
        <p:grpSpPr>
          <a:xfrm>
            <a:off x="1986227" y="2890999"/>
            <a:ext cx="230698" cy="216274"/>
            <a:chOff x="4456875" y="2635825"/>
            <a:chExt cx="481825" cy="451700"/>
          </a:xfrm>
        </p:grpSpPr>
        <p:sp>
          <p:nvSpPr>
            <p:cNvPr id="1350" name="Google Shape;5756;p170">
              <a:extLst>
                <a:ext uri="{FF2B5EF4-FFF2-40B4-BE49-F238E27FC236}">
                  <a16:creationId xmlns:a16="http://schemas.microsoft.com/office/drawing/2014/main" id="{49B76AD4-E5F2-FA90-9499-BC66D951EAAB}"/>
                </a:ext>
              </a:extLst>
            </p:cNvPr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rgbClr val="5F7D9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351" name="Google Shape;5757;p170">
              <a:extLst>
                <a:ext uri="{FF2B5EF4-FFF2-40B4-BE49-F238E27FC236}">
                  <a16:creationId xmlns:a16="http://schemas.microsoft.com/office/drawing/2014/main" id="{8BA23543-BF29-7FC3-A41F-8A192C2A6B6F}"/>
                </a:ext>
              </a:extLst>
            </p:cNvPr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rgbClr val="5F7D9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352" name="Google Shape;5758;p170">
              <a:extLst>
                <a:ext uri="{FF2B5EF4-FFF2-40B4-BE49-F238E27FC236}">
                  <a16:creationId xmlns:a16="http://schemas.microsoft.com/office/drawing/2014/main" id="{AD1C5476-9341-E259-7A05-978EA2973611}"/>
                </a:ext>
              </a:extLst>
            </p:cNvPr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rgbClr val="5F7D9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353" name="Google Shape;5759;p170">
              <a:extLst>
                <a:ext uri="{FF2B5EF4-FFF2-40B4-BE49-F238E27FC236}">
                  <a16:creationId xmlns:a16="http://schemas.microsoft.com/office/drawing/2014/main" id="{1ECE9EE6-1ACC-4A0E-D883-C34D8E904D2C}"/>
                </a:ext>
              </a:extLst>
            </p:cNvPr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rgbClr val="5F7D9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354" name="Google Shape;5760;p170">
              <a:extLst>
                <a:ext uri="{FF2B5EF4-FFF2-40B4-BE49-F238E27FC236}">
                  <a16:creationId xmlns:a16="http://schemas.microsoft.com/office/drawing/2014/main" id="{26D8F6B7-29FF-2457-7014-5599AB4900A7}"/>
                </a:ext>
              </a:extLst>
            </p:cNvPr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  <p:sp>
          <p:nvSpPr>
            <p:cNvPr id="1355" name="Google Shape;5761;p170">
              <a:extLst>
                <a:ext uri="{FF2B5EF4-FFF2-40B4-BE49-F238E27FC236}">
                  <a16:creationId xmlns:a16="http://schemas.microsoft.com/office/drawing/2014/main" id="{B05E6DBD-72DE-587E-DC9E-4012A9FC7692}"/>
                </a:ext>
              </a:extLst>
            </p:cNvPr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rgbClr val="435D74"/>
                </a:solidFill>
              </a:endParaRPr>
            </a:p>
          </p:txBody>
        </p:sp>
      </p:grpSp>
      <p:pic>
        <p:nvPicPr>
          <p:cNvPr id="1357" name="Picture 1356" descr="A purple square with lines and letters on it&#10;&#10;Description automatically generated">
            <a:extLst>
              <a:ext uri="{FF2B5EF4-FFF2-40B4-BE49-F238E27FC236}">
                <a16:creationId xmlns:a16="http://schemas.microsoft.com/office/drawing/2014/main" id="{F626408B-3FD1-F9A5-5748-95D676484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3378" y="2259924"/>
            <a:ext cx="1397326" cy="1397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3242;p169">
            <a:extLst>
              <a:ext uri="{FF2B5EF4-FFF2-40B4-BE49-F238E27FC236}">
                <a16:creationId xmlns:a16="http://schemas.microsoft.com/office/drawing/2014/main" id="{09085B72-93F2-E3D1-A180-63B07936CA0D}"/>
              </a:ext>
            </a:extLst>
          </p:cNvPr>
          <p:cNvGrpSpPr/>
          <p:nvPr/>
        </p:nvGrpSpPr>
        <p:grpSpPr>
          <a:xfrm rot="5400000">
            <a:off x="5233808" y="423248"/>
            <a:ext cx="1998581" cy="4541519"/>
            <a:chOff x="3088670" y="1930338"/>
            <a:chExt cx="380983" cy="684491"/>
          </a:xfrm>
        </p:grpSpPr>
        <p:sp>
          <p:nvSpPr>
            <p:cNvPr id="7" name="Google Shape;3243;p169">
              <a:extLst>
                <a:ext uri="{FF2B5EF4-FFF2-40B4-BE49-F238E27FC236}">
                  <a16:creationId xmlns:a16="http://schemas.microsoft.com/office/drawing/2014/main" id="{10F3F7C9-1B34-F8A1-5E54-00288FEA331D}"/>
                </a:ext>
              </a:extLst>
            </p:cNvPr>
            <p:cNvSpPr/>
            <p:nvPr/>
          </p:nvSpPr>
          <p:spPr>
            <a:xfrm>
              <a:off x="3200035" y="1938750"/>
              <a:ext cx="159427" cy="667667"/>
            </a:xfrm>
            <a:custGeom>
              <a:avLst/>
              <a:gdLst/>
              <a:ahLst/>
              <a:cxnLst/>
              <a:rect l="l" t="t" r="r" b="b"/>
              <a:pathLst>
                <a:path w="21750" h="91118" extrusionOk="0">
                  <a:moveTo>
                    <a:pt x="13027" y="0"/>
                  </a:moveTo>
                  <a:lnTo>
                    <a:pt x="13027" y="884"/>
                  </a:lnTo>
                  <a:cubicBezTo>
                    <a:pt x="13027" y="2077"/>
                    <a:pt x="12063" y="3042"/>
                    <a:pt x="10869" y="3042"/>
                  </a:cubicBezTo>
                  <a:lnTo>
                    <a:pt x="8000" y="3042"/>
                  </a:lnTo>
                  <a:cubicBezTo>
                    <a:pt x="3570" y="3042"/>
                    <a:pt x="0" y="6680"/>
                    <a:pt x="81" y="11110"/>
                  </a:cubicBezTo>
                  <a:cubicBezTo>
                    <a:pt x="150" y="15414"/>
                    <a:pt x="3753" y="18915"/>
                    <a:pt x="8126" y="18915"/>
                  </a:cubicBezTo>
                  <a:lnTo>
                    <a:pt x="13750" y="18915"/>
                  </a:lnTo>
                  <a:cubicBezTo>
                    <a:pt x="17377" y="18915"/>
                    <a:pt x="20315" y="21887"/>
                    <a:pt x="20246" y="25525"/>
                  </a:cubicBezTo>
                  <a:cubicBezTo>
                    <a:pt x="20189" y="29049"/>
                    <a:pt x="17216" y="31918"/>
                    <a:pt x="13635" y="31918"/>
                  </a:cubicBezTo>
                  <a:lnTo>
                    <a:pt x="8000" y="31918"/>
                  </a:lnTo>
                  <a:cubicBezTo>
                    <a:pt x="3570" y="31918"/>
                    <a:pt x="0" y="35557"/>
                    <a:pt x="81" y="39987"/>
                  </a:cubicBezTo>
                  <a:cubicBezTo>
                    <a:pt x="150" y="44291"/>
                    <a:pt x="3753" y="47791"/>
                    <a:pt x="8126" y="47791"/>
                  </a:cubicBezTo>
                  <a:lnTo>
                    <a:pt x="13750" y="47791"/>
                  </a:lnTo>
                  <a:cubicBezTo>
                    <a:pt x="17377" y="47791"/>
                    <a:pt x="20315" y="50775"/>
                    <a:pt x="20246" y="54402"/>
                  </a:cubicBezTo>
                  <a:cubicBezTo>
                    <a:pt x="20189" y="57926"/>
                    <a:pt x="17216" y="60795"/>
                    <a:pt x="13635" y="60795"/>
                  </a:cubicBezTo>
                  <a:lnTo>
                    <a:pt x="8000" y="60795"/>
                  </a:lnTo>
                  <a:cubicBezTo>
                    <a:pt x="3570" y="60795"/>
                    <a:pt x="0" y="64433"/>
                    <a:pt x="81" y="68875"/>
                  </a:cubicBezTo>
                  <a:cubicBezTo>
                    <a:pt x="150" y="73179"/>
                    <a:pt x="3753" y="76668"/>
                    <a:pt x="8126" y="76668"/>
                  </a:cubicBezTo>
                  <a:lnTo>
                    <a:pt x="13750" y="76668"/>
                  </a:lnTo>
                  <a:cubicBezTo>
                    <a:pt x="17377" y="76668"/>
                    <a:pt x="20315" y="79652"/>
                    <a:pt x="20246" y="83290"/>
                  </a:cubicBezTo>
                  <a:cubicBezTo>
                    <a:pt x="20189" y="86814"/>
                    <a:pt x="17216" y="89683"/>
                    <a:pt x="13635" y="89683"/>
                  </a:cubicBezTo>
                  <a:lnTo>
                    <a:pt x="8574" y="89683"/>
                  </a:lnTo>
                  <a:lnTo>
                    <a:pt x="8574" y="91118"/>
                  </a:lnTo>
                  <a:lnTo>
                    <a:pt x="13624" y="91118"/>
                  </a:lnTo>
                  <a:cubicBezTo>
                    <a:pt x="17997" y="91118"/>
                    <a:pt x="21601" y="87606"/>
                    <a:pt x="21681" y="83313"/>
                  </a:cubicBezTo>
                  <a:cubicBezTo>
                    <a:pt x="21750" y="78872"/>
                    <a:pt x="18180" y="75233"/>
                    <a:pt x="13739" y="75233"/>
                  </a:cubicBezTo>
                  <a:lnTo>
                    <a:pt x="8126" y="75233"/>
                  </a:lnTo>
                  <a:cubicBezTo>
                    <a:pt x="4534" y="75233"/>
                    <a:pt x="1561" y="72364"/>
                    <a:pt x="1504" y="68852"/>
                  </a:cubicBezTo>
                  <a:cubicBezTo>
                    <a:pt x="1435" y="65214"/>
                    <a:pt x="4373" y="62230"/>
                    <a:pt x="8000" y="62230"/>
                  </a:cubicBezTo>
                  <a:lnTo>
                    <a:pt x="13624" y="62230"/>
                  </a:lnTo>
                  <a:cubicBezTo>
                    <a:pt x="17997" y="62230"/>
                    <a:pt x="21601" y="58729"/>
                    <a:pt x="21681" y="54425"/>
                  </a:cubicBezTo>
                  <a:cubicBezTo>
                    <a:pt x="21750" y="49995"/>
                    <a:pt x="18180" y="46357"/>
                    <a:pt x="13739" y="46357"/>
                  </a:cubicBezTo>
                  <a:lnTo>
                    <a:pt x="8126" y="46357"/>
                  </a:lnTo>
                  <a:cubicBezTo>
                    <a:pt x="4534" y="46357"/>
                    <a:pt x="1561" y="43487"/>
                    <a:pt x="1504" y="39964"/>
                  </a:cubicBezTo>
                  <a:cubicBezTo>
                    <a:pt x="1435" y="36337"/>
                    <a:pt x="4373" y="33353"/>
                    <a:pt x="8000" y="33353"/>
                  </a:cubicBezTo>
                  <a:lnTo>
                    <a:pt x="13624" y="33353"/>
                  </a:lnTo>
                  <a:cubicBezTo>
                    <a:pt x="17997" y="33353"/>
                    <a:pt x="21601" y="29852"/>
                    <a:pt x="21681" y="25548"/>
                  </a:cubicBezTo>
                  <a:cubicBezTo>
                    <a:pt x="21750" y="21118"/>
                    <a:pt x="18180" y="17480"/>
                    <a:pt x="13739" y="17480"/>
                  </a:cubicBezTo>
                  <a:lnTo>
                    <a:pt x="8126" y="17480"/>
                  </a:lnTo>
                  <a:cubicBezTo>
                    <a:pt x="4534" y="17480"/>
                    <a:pt x="1561" y="14611"/>
                    <a:pt x="1504" y="11087"/>
                  </a:cubicBezTo>
                  <a:cubicBezTo>
                    <a:pt x="1435" y="7449"/>
                    <a:pt x="4373" y="4476"/>
                    <a:pt x="8000" y="4476"/>
                  </a:cubicBezTo>
                  <a:lnTo>
                    <a:pt x="10869" y="4476"/>
                  </a:lnTo>
                  <a:cubicBezTo>
                    <a:pt x="12855" y="4476"/>
                    <a:pt x="14462" y="2869"/>
                    <a:pt x="14462" y="884"/>
                  </a:cubicBezTo>
                  <a:lnTo>
                    <a:pt x="14462" y="0"/>
                  </a:lnTo>
                  <a:close/>
                </a:path>
              </a:pathLst>
            </a:custGeom>
            <a:solidFill>
              <a:srgbClr val="0E2A4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44;p169">
              <a:extLst>
                <a:ext uri="{FF2B5EF4-FFF2-40B4-BE49-F238E27FC236}">
                  <a16:creationId xmlns:a16="http://schemas.microsoft.com/office/drawing/2014/main" id="{92F4B9E3-B6B9-363E-CB08-1335B12D4D88}"/>
                </a:ext>
              </a:extLst>
            </p:cNvPr>
            <p:cNvSpPr/>
            <p:nvPr/>
          </p:nvSpPr>
          <p:spPr>
            <a:xfrm>
              <a:off x="3191453" y="1930338"/>
              <a:ext cx="176506" cy="684491"/>
            </a:xfrm>
            <a:custGeom>
              <a:avLst/>
              <a:gdLst/>
              <a:ahLst/>
              <a:cxnLst/>
              <a:rect l="l" t="t" r="r" b="b"/>
              <a:pathLst>
                <a:path w="24080" h="93414" extrusionOk="0">
                  <a:moveTo>
                    <a:pt x="16207" y="574"/>
                  </a:moveTo>
                  <a:lnTo>
                    <a:pt x="16207" y="2032"/>
                  </a:lnTo>
                  <a:cubicBezTo>
                    <a:pt x="16207" y="4327"/>
                    <a:pt x="14336" y="6198"/>
                    <a:pt x="12040" y="6198"/>
                  </a:cubicBezTo>
                  <a:lnTo>
                    <a:pt x="9171" y="6198"/>
                  </a:lnTo>
                  <a:cubicBezTo>
                    <a:pt x="5866" y="6198"/>
                    <a:pt x="3191" y="8907"/>
                    <a:pt x="3249" y="12224"/>
                  </a:cubicBezTo>
                  <a:cubicBezTo>
                    <a:pt x="3295" y="15437"/>
                    <a:pt x="6015" y="18043"/>
                    <a:pt x="9297" y="18043"/>
                  </a:cubicBezTo>
                  <a:lnTo>
                    <a:pt x="14910" y="18043"/>
                  </a:lnTo>
                  <a:cubicBezTo>
                    <a:pt x="19673" y="18043"/>
                    <a:pt x="23506" y="21945"/>
                    <a:pt x="23426" y="26708"/>
                  </a:cubicBezTo>
                  <a:cubicBezTo>
                    <a:pt x="23345" y="31322"/>
                    <a:pt x="19478" y="35075"/>
                    <a:pt x="14795" y="35075"/>
                  </a:cubicBezTo>
                  <a:lnTo>
                    <a:pt x="9171" y="35075"/>
                  </a:lnTo>
                  <a:cubicBezTo>
                    <a:pt x="5866" y="35075"/>
                    <a:pt x="3191" y="37783"/>
                    <a:pt x="3249" y="41100"/>
                  </a:cubicBezTo>
                  <a:cubicBezTo>
                    <a:pt x="3295" y="44314"/>
                    <a:pt x="6015" y="46919"/>
                    <a:pt x="9297" y="46919"/>
                  </a:cubicBezTo>
                  <a:lnTo>
                    <a:pt x="14910" y="46919"/>
                  </a:lnTo>
                  <a:cubicBezTo>
                    <a:pt x="19673" y="46919"/>
                    <a:pt x="23506" y="50822"/>
                    <a:pt x="23426" y="55573"/>
                  </a:cubicBezTo>
                  <a:cubicBezTo>
                    <a:pt x="23345" y="60187"/>
                    <a:pt x="19478" y="63940"/>
                    <a:pt x="14795" y="63940"/>
                  </a:cubicBezTo>
                  <a:lnTo>
                    <a:pt x="9171" y="63940"/>
                  </a:lnTo>
                  <a:cubicBezTo>
                    <a:pt x="5866" y="63940"/>
                    <a:pt x="3191" y="66660"/>
                    <a:pt x="3249" y="69966"/>
                  </a:cubicBezTo>
                  <a:cubicBezTo>
                    <a:pt x="3295" y="73179"/>
                    <a:pt x="6015" y="75796"/>
                    <a:pt x="9297" y="75796"/>
                  </a:cubicBezTo>
                  <a:lnTo>
                    <a:pt x="14910" y="75796"/>
                  </a:lnTo>
                  <a:cubicBezTo>
                    <a:pt x="19673" y="75796"/>
                    <a:pt x="23506" y="79698"/>
                    <a:pt x="23426" y="84450"/>
                  </a:cubicBezTo>
                  <a:cubicBezTo>
                    <a:pt x="23345" y="89075"/>
                    <a:pt x="19478" y="92840"/>
                    <a:pt x="14795" y="92840"/>
                  </a:cubicBezTo>
                  <a:lnTo>
                    <a:pt x="9171" y="92840"/>
                  </a:lnTo>
                  <a:lnTo>
                    <a:pt x="9171" y="90257"/>
                  </a:lnTo>
                  <a:lnTo>
                    <a:pt x="14795" y="90257"/>
                  </a:lnTo>
                  <a:cubicBezTo>
                    <a:pt x="18077" y="90257"/>
                    <a:pt x="20786" y="87640"/>
                    <a:pt x="20843" y="84427"/>
                  </a:cubicBezTo>
                  <a:cubicBezTo>
                    <a:pt x="20889" y="81110"/>
                    <a:pt x="18227" y="78401"/>
                    <a:pt x="14910" y="78401"/>
                  </a:cubicBezTo>
                  <a:lnTo>
                    <a:pt x="9297" y="78401"/>
                  </a:lnTo>
                  <a:cubicBezTo>
                    <a:pt x="4614" y="78401"/>
                    <a:pt x="747" y="74648"/>
                    <a:pt x="666" y="70034"/>
                  </a:cubicBezTo>
                  <a:cubicBezTo>
                    <a:pt x="586" y="65271"/>
                    <a:pt x="4419" y="61381"/>
                    <a:pt x="9171" y="61381"/>
                  </a:cubicBezTo>
                  <a:lnTo>
                    <a:pt x="14795" y="61381"/>
                  </a:lnTo>
                  <a:cubicBezTo>
                    <a:pt x="18077" y="61381"/>
                    <a:pt x="20786" y="58764"/>
                    <a:pt x="20843" y="55550"/>
                  </a:cubicBezTo>
                  <a:cubicBezTo>
                    <a:pt x="20889" y="52233"/>
                    <a:pt x="18227" y="49525"/>
                    <a:pt x="14910" y="49525"/>
                  </a:cubicBezTo>
                  <a:lnTo>
                    <a:pt x="9297" y="49525"/>
                  </a:lnTo>
                  <a:cubicBezTo>
                    <a:pt x="4614" y="49525"/>
                    <a:pt x="747" y="45772"/>
                    <a:pt x="666" y="41158"/>
                  </a:cubicBezTo>
                  <a:cubicBezTo>
                    <a:pt x="586" y="36395"/>
                    <a:pt x="4419" y="32504"/>
                    <a:pt x="9171" y="32504"/>
                  </a:cubicBezTo>
                  <a:lnTo>
                    <a:pt x="14795" y="32504"/>
                  </a:lnTo>
                  <a:cubicBezTo>
                    <a:pt x="18077" y="32504"/>
                    <a:pt x="20786" y="29887"/>
                    <a:pt x="20843" y="26673"/>
                  </a:cubicBezTo>
                  <a:cubicBezTo>
                    <a:pt x="20889" y="23357"/>
                    <a:pt x="18227" y="20648"/>
                    <a:pt x="14910" y="20648"/>
                  </a:cubicBezTo>
                  <a:lnTo>
                    <a:pt x="9297" y="20648"/>
                  </a:lnTo>
                  <a:cubicBezTo>
                    <a:pt x="4614" y="20648"/>
                    <a:pt x="747" y="16895"/>
                    <a:pt x="666" y="12281"/>
                  </a:cubicBezTo>
                  <a:cubicBezTo>
                    <a:pt x="586" y="7529"/>
                    <a:pt x="4419" y="3627"/>
                    <a:pt x="9171" y="3627"/>
                  </a:cubicBezTo>
                  <a:lnTo>
                    <a:pt x="12040" y="3627"/>
                  </a:lnTo>
                  <a:cubicBezTo>
                    <a:pt x="12913" y="3627"/>
                    <a:pt x="13624" y="2916"/>
                    <a:pt x="13624" y="2043"/>
                  </a:cubicBezTo>
                  <a:lnTo>
                    <a:pt x="13624" y="574"/>
                  </a:lnTo>
                  <a:close/>
                  <a:moveTo>
                    <a:pt x="13050" y="0"/>
                  </a:moveTo>
                  <a:lnTo>
                    <a:pt x="13050" y="2032"/>
                  </a:lnTo>
                  <a:cubicBezTo>
                    <a:pt x="13050" y="2594"/>
                    <a:pt x="12603" y="3042"/>
                    <a:pt x="12040" y="3042"/>
                  </a:cubicBezTo>
                  <a:lnTo>
                    <a:pt x="9171" y="3042"/>
                  </a:lnTo>
                  <a:cubicBezTo>
                    <a:pt x="4098" y="3042"/>
                    <a:pt x="12" y="7208"/>
                    <a:pt x="104" y="12281"/>
                  </a:cubicBezTo>
                  <a:cubicBezTo>
                    <a:pt x="184" y="17205"/>
                    <a:pt x="4305" y="21210"/>
                    <a:pt x="9297" y="21210"/>
                  </a:cubicBezTo>
                  <a:lnTo>
                    <a:pt x="14921" y="21210"/>
                  </a:lnTo>
                  <a:cubicBezTo>
                    <a:pt x="17917" y="21210"/>
                    <a:pt x="20327" y="23666"/>
                    <a:pt x="20270" y="26662"/>
                  </a:cubicBezTo>
                  <a:cubicBezTo>
                    <a:pt x="20224" y="29566"/>
                    <a:pt x="17767" y="31919"/>
                    <a:pt x="14806" y="31919"/>
                  </a:cubicBezTo>
                  <a:lnTo>
                    <a:pt x="9171" y="31919"/>
                  </a:lnTo>
                  <a:cubicBezTo>
                    <a:pt x="4098" y="31930"/>
                    <a:pt x="12" y="36085"/>
                    <a:pt x="104" y="41158"/>
                  </a:cubicBezTo>
                  <a:cubicBezTo>
                    <a:pt x="184" y="46081"/>
                    <a:pt x="4305" y="50087"/>
                    <a:pt x="9297" y="50087"/>
                  </a:cubicBezTo>
                  <a:lnTo>
                    <a:pt x="14921" y="50087"/>
                  </a:lnTo>
                  <a:cubicBezTo>
                    <a:pt x="17917" y="50087"/>
                    <a:pt x="20327" y="52543"/>
                    <a:pt x="20270" y="55539"/>
                  </a:cubicBezTo>
                  <a:cubicBezTo>
                    <a:pt x="20224" y="58442"/>
                    <a:pt x="17767" y="60807"/>
                    <a:pt x="14806" y="60807"/>
                  </a:cubicBezTo>
                  <a:lnTo>
                    <a:pt x="9171" y="60807"/>
                  </a:lnTo>
                  <a:cubicBezTo>
                    <a:pt x="4098" y="60807"/>
                    <a:pt x="1" y="64961"/>
                    <a:pt x="92" y="70046"/>
                  </a:cubicBezTo>
                  <a:cubicBezTo>
                    <a:pt x="173" y="74970"/>
                    <a:pt x="4305" y="78975"/>
                    <a:pt x="9297" y="78975"/>
                  </a:cubicBezTo>
                  <a:lnTo>
                    <a:pt x="14910" y="78975"/>
                  </a:lnTo>
                  <a:cubicBezTo>
                    <a:pt x="17905" y="78975"/>
                    <a:pt x="20315" y="81431"/>
                    <a:pt x="20270" y="84427"/>
                  </a:cubicBezTo>
                  <a:cubicBezTo>
                    <a:pt x="20224" y="87331"/>
                    <a:pt x="17767" y="89683"/>
                    <a:pt x="14795" y="89683"/>
                  </a:cubicBezTo>
                  <a:lnTo>
                    <a:pt x="8597" y="89683"/>
                  </a:lnTo>
                  <a:lnTo>
                    <a:pt x="8597" y="93414"/>
                  </a:lnTo>
                  <a:lnTo>
                    <a:pt x="14795" y="93414"/>
                  </a:lnTo>
                  <a:cubicBezTo>
                    <a:pt x="19787" y="93414"/>
                    <a:pt x="23919" y="89408"/>
                    <a:pt x="24000" y="84484"/>
                  </a:cubicBezTo>
                  <a:cubicBezTo>
                    <a:pt x="24080" y="79411"/>
                    <a:pt x="19994" y="75245"/>
                    <a:pt x="14910" y="75245"/>
                  </a:cubicBezTo>
                  <a:lnTo>
                    <a:pt x="14910" y="75234"/>
                  </a:lnTo>
                  <a:lnTo>
                    <a:pt x="9297" y="75234"/>
                  </a:lnTo>
                  <a:cubicBezTo>
                    <a:pt x="6325" y="75234"/>
                    <a:pt x="3868" y="72881"/>
                    <a:pt x="3823" y="69977"/>
                  </a:cubicBezTo>
                  <a:cubicBezTo>
                    <a:pt x="3765" y="66981"/>
                    <a:pt x="6175" y="64525"/>
                    <a:pt x="9171" y="64525"/>
                  </a:cubicBezTo>
                  <a:lnTo>
                    <a:pt x="14795" y="64525"/>
                  </a:lnTo>
                  <a:cubicBezTo>
                    <a:pt x="19787" y="64525"/>
                    <a:pt x="23919" y="60520"/>
                    <a:pt x="24000" y="55596"/>
                  </a:cubicBezTo>
                  <a:cubicBezTo>
                    <a:pt x="24080" y="50512"/>
                    <a:pt x="19994" y="46357"/>
                    <a:pt x="14910" y="46357"/>
                  </a:cubicBezTo>
                  <a:lnTo>
                    <a:pt x="9297" y="46357"/>
                  </a:lnTo>
                  <a:cubicBezTo>
                    <a:pt x="6325" y="46357"/>
                    <a:pt x="3868" y="43993"/>
                    <a:pt x="3823" y="41089"/>
                  </a:cubicBezTo>
                  <a:cubicBezTo>
                    <a:pt x="3765" y="38093"/>
                    <a:pt x="6175" y="35637"/>
                    <a:pt x="9171" y="35637"/>
                  </a:cubicBezTo>
                  <a:lnTo>
                    <a:pt x="14795" y="35637"/>
                  </a:lnTo>
                  <a:cubicBezTo>
                    <a:pt x="19787" y="35637"/>
                    <a:pt x="23919" y="31632"/>
                    <a:pt x="24000" y="26708"/>
                  </a:cubicBezTo>
                  <a:cubicBezTo>
                    <a:pt x="24080" y="21635"/>
                    <a:pt x="19994" y="17469"/>
                    <a:pt x="14910" y="17469"/>
                  </a:cubicBezTo>
                  <a:lnTo>
                    <a:pt x="9297" y="17469"/>
                  </a:lnTo>
                  <a:cubicBezTo>
                    <a:pt x="6325" y="17469"/>
                    <a:pt x="3868" y="15104"/>
                    <a:pt x="3823" y="12212"/>
                  </a:cubicBezTo>
                  <a:cubicBezTo>
                    <a:pt x="3765" y="9217"/>
                    <a:pt x="6175" y="6760"/>
                    <a:pt x="9171" y="6760"/>
                  </a:cubicBezTo>
                  <a:lnTo>
                    <a:pt x="12040" y="6760"/>
                  </a:lnTo>
                  <a:cubicBezTo>
                    <a:pt x="14657" y="6760"/>
                    <a:pt x="16780" y="4637"/>
                    <a:pt x="16780" y="2020"/>
                  </a:cubicBezTo>
                  <a:lnTo>
                    <a:pt x="16780" y="0"/>
                  </a:lnTo>
                  <a:close/>
                </a:path>
              </a:pathLst>
            </a:custGeom>
            <a:solidFill>
              <a:srgbClr val="435D7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45;p169">
              <a:extLst>
                <a:ext uri="{FF2B5EF4-FFF2-40B4-BE49-F238E27FC236}">
                  <a16:creationId xmlns:a16="http://schemas.microsoft.com/office/drawing/2014/main" id="{ACF9031F-AABD-CFC7-D0B8-847949237535}"/>
                </a:ext>
              </a:extLst>
            </p:cNvPr>
            <p:cNvSpPr/>
            <p:nvPr/>
          </p:nvSpPr>
          <p:spPr>
            <a:xfrm>
              <a:off x="3195740" y="1934544"/>
              <a:ext cx="168018" cy="675999"/>
            </a:xfrm>
            <a:custGeom>
              <a:avLst/>
              <a:gdLst/>
              <a:ahLst/>
              <a:cxnLst/>
              <a:rect l="l" t="t" r="r" b="b"/>
              <a:pathLst>
                <a:path w="22922" h="92255" extrusionOk="0">
                  <a:moveTo>
                    <a:pt x="15048" y="574"/>
                  </a:moveTo>
                  <a:lnTo>
                    <a:pt x="15048" y="1458"/>
                  </a:lnTo>
                  <a:cubicBezTo>
                    <a:pt x="15048" y="3443"/>
                    <a:pt x="13441" y="5050"/>
                    <a:pt x="11455" y="5050"/>
                  </a:cubicBezTo>
                  <a:lnTo>
                    <a:pt x="8586" y="5050"/>
                  </a:lnTo>
                  <a:cubicBezTo>
                    <a:pt x="4948" y="5050"/>
                    <a:pt x="2021" y="8034"/>
                    <a:pt x="2090" y="11673"/>
                  </a:cubicBezTo>
                  <a:cubicBezTo>
                    <a:pt x="2147" y="15196"/>
                    <a:pt x="5120" y="18054"/>
                    <a:pt x="8712" y="18054"/>
                  </a:cubicBezTo>
                  <a:lnTo>
                    <a:pt x="14325" y="18054"/>
                  </a:lnTo>
                  <a:cubicBezTo>
                    <a:pt x="18766" y="18054"/>
                    <a:pt x="22336" y="21692"/>
                    <a:pt x="22267" y="26134"/>
                  </a:cubicBezTo>
                  <a:cubicBezTo>
                    <a:pt x="22187" y="30438"/>
                    <a:pt x="18583" y="33927"/>
                    <a:pt x="14210" y="33927"/>
                  </a:cubicBezTo>
                  <a:lnTo>
                    <a:pt x="8586" y="33927"/>
                  </a:lnTo>
                  <a:cubicBezTo>
                    <a:pt x="4959" y="33938"/>
                    <a:pt x="2021" y="36911"/>
                    <a:pt x="2090" y="40549"/>
                  </a:cubicBezTo>
                  <a:cubicBezTo>
                    <a:pt x="2147" y="44073"/>
                    <a:pt x="5120" y="46942"/>
                    <a:pt x="8712" y="46942"/>
                  </a:cubicBezTo>
                  <a:lnTo>
                    <a:pt x="14325" y="46942"/>
                  </a:lnTo>
                  <a:cubicBezTo>
                    <a:pt x="18766" y="46942"/>
                    <a:pt x="22336" y="50569"/>
                    <a:pt x="22267" y="55011"/>
                  </a:cubicBezTo>
                  <a:cubicBezTo>
                    <a:pt x="22187" y="59315"/>
                    <a:pt x="18571" y="62815"/>
                    <a:pt x="14210" y="62815"/>
                  </a:cubicBezTo>
                  <a:lnTo>
                    <a:pt x="8586" y="62815"/>
                  </a:lnTo>
                  <a:cubicBezTo>
                    <a:pt x="4959" y="62815"/>
                    <a:pt x="2021" y="65788"/>
                    <a:pt x="2090" y="69426"/>
                  </a:cubicBezTo>
                  <a:cubicBezTo>
                    <a:pt x="2147" y="72950"/>
                    <a:pt x="5120" y="75819"/>
                    <a:pt x="8712" y="75819"/>
                  </a:cubicBezTo>
                  <a:lnTo>
                    <a:pt x="14325" y="75819"/>
                  </a:lnTo>
                  <a:cubicBezTo>
                    <a:pt x="18766" y="75819"/>
                    <a:pt x="22336" y="79457"/>
                    <a:pt x="22267" y="83887"/>
                  </a:cubicBezTo>
                  <a:cubicBezTo>
                    <a:pt x="22187" y="88180"/>
                    <a:pt x="18583" y="91692"/>
                    <a:pt x="14210" y="91692"/>
                  </a:cubicBezTo>
                  <a:lnTo>
                    <a:pt x="9160" y="91692"/>
                  </a:lnTo>
                  <a:lnTo>
                    <a:pt x="9160" y="90257"/>
                  </a:lnTo>
                  <a:lnTo>
                    <a:pt x="14210" y="90257"/>
                  </a:lnTo>
                  <a:cubicBezTo>
                    <a:pt x="17791" y="90257"/>
                    <a:pt x="20775" y="87388"/>
                    <a:pt x="20832" y="83864"/>
                  </a:cubicBezTo>
                  <a:cubicBezTo>
                    <a:pt x="20890" y="80226"/>
                    <a:pt x="17963" y="77242"/>
                    <a:pt x="14325" y="77242"/>
                  </a:cubicBezTo>
                  <a:lnTo>
                    <a:pt x="8712" y="77242"/>
                  </a:lnTo>
                  <a:cubicBezTo>
                    <a:pt x="4339" y="77242"/>
                    <a:pt x="724" y="73741"/>
                    <a:pt x="655" y="69449"/>
                  </a:cubicBezTo>
                  <a:cubicBezTo>
                    <a:pt x="575" y="65007"/>
                    <a:pt x="4156" y="61369"/>
                    <a:pt x="8586" y="61369"/>
                  </a:cubicBezTo>
                  <a:lnTo>
                    <a:pt x="14210" y="61369"/>
                  </a:lnTo>
                  <a:cubicBezTo>
                    <a:pt x="17791" y="61369"/>
                    <a:pt x="20775" y="58500"/>
                    <a:pt x="20832" y="54976"/>
                  </a:cubicBezTo>
                  <a:cubicBezTo>
                    <a:pt x="20890" y="51349"/>
                    <a:pt x="17963" y="48365"/>
                    <a:pt x="14325" y="48365"/>
                  </a:cubicBezTo>
                  <a:lnTo>
                    <a:pt x="8712" y="48365"/>
                  </a:lnTo>
                  <a:cubicBezTo>
                    <a:pt x="4339" y="48365"/>
                    <a:pt x="724" y="44865"/>
                    <a:pt x="655" y="40561"/>
                  </a:cubicBezTo>
                  <a:cubicBezTo>
                    <a:pt x="575" y="36131"/>
                    <a:pt x="4156" y="32492"/>
                    <a:pt x="8586" y="32492"/>
                  </a:cubicBezTo>
                  <a:lnTo>
                    <a:pt x="14210" y="32492"/>
                  </a:lnTo>
                  <a:cubicBezTo>
                    <a:pt x="17791" y="32492"/>
                    <a:pt x="20775" y="29623"/>
                    <a:pt x="20832" y="26099"/>
                  </a:cubicBezTo>
                  <a:cubicBezTo>
                    <a:pt x="20890" y="22461"/>
                    <a:pt x="17963" y="19489"/>
                    <a:pt x="14325" y="19489"/>
                  </a:cubicBezTo>
                  <a:lnTo>
                    <a:pt x="8712" y="19489"/>
                  </a:lnTo>
                  <a:cubicBezTo>
                    <a:pt x="4339" y="19489"/>
                    <a:pt x="724" y="15988"/>
                    <a:pt x="655" y="11684"/>
                  </a:cubicBezTo>
                  <a:cubicBezTo>
                    <a:pt x="575" y="7254"/>
                    <a:pt x="4156" y="3616"/>
                    <a:pt x="8586" y="3616"/>
                  </a:cubicBezTo>
                  <a:lnTo>
                    <a:pt x="11455" y="3616"/>
                  </a:lnTo>
                  <a:cubicBezTo>
                    <a:pt x="12649" y="3616"/>
                    <a:pt x="13613" y="2651"/>
                    <a:pt x="13613" y="1458"/>
                  </a:cubicBezTo>
                  <a:lnTo>
                    <a:pt x="13613" y="574"/>
                  </a:lnTo>
                  <a:close/>
                  <a:moveTo>
                    <a:pt x="13039" y="0"/>
                  </a:moveTo>
                  <a:lnTo>
                    <a:pt x="13039" y="1458"/>
                  </a:lnTo>
                  <a:cubicBezTo>
                    <a:pt x="13039" y="2330"/>
                    <a:pt x="12328" y="3042"/>
                    <a:pt x="11455" y="3042"/>
                  </a:cubicBezTo>
                  <a:lnTo>
                    <a:pt x="8586" y="3042"/>
                  </a:lnTo>
                  <a:cubicBezTo>
                    <a:pt x="3834" y="3042"/>
                    <a:pt x="1" y="6944"/>
                    <a:pt x="93" y="11696"/>
                  </a:cubicBezTo>
                  <a:cubicBezTo>
                    <a:pt x="162" y="16309"/>
                    <a:pt x="4029" y="20062"/>
                    <a:pt x="8712" y="20062"/>
                  </a:cubicBezTo>
                  <a:lnTo>
                    <a:pt x="14336" y="20062"/>
                  </a:lnTo>
                  <a:cubicBezTo>
                    <a:pt x="17642" y="20062"/>
                    <a:pt x="20316" y="22771"/>
                    <a:pt x="20258" y="26088"/>
                  </a:cubicBezTo>
                  <a:cubicBezTo>
                    <a:pt x="20212" y="29302"/>
                    <a:pt x="17492" y="31907"/>
                    <a:pt x="14221" y="31907"/>
                  </a:cubicBezTo>
                  <a:lnTo>
                    <a:pt x="8586" y="31907"/>
                  </a:lnTo>
                  <a:cubicBezTo>
                    <a:pt x="3834" y="31918"/>
                    <a:pt x="1" y="35821"/>
                    <a:pt x="93" y="40572"/>
                  </a:cubicBezTo>
                  <a:cubicBezTo>
                    <a:pt x="162" y="45186"/>
                    <a:pt x="4029" y="48939"/>
                    <a:pt x="8712" y="48939"/>
                  </a:cubicBezTo>
                  <a:lnTo>
                    <a:pt x="14336" y="48939"/>
                  </a:lnTo>
                  <a:cubicBezTo>
                    <a:pt x="17642" y="48939"/>
                    <a:pt x="20316" y="51659"/>
                    <a:pt x="20258" y="54965"/>
                  </a:cubicBezTo>
                  <a:cubicBezTo>
                    <a:pt x="20212" y="58178"/>
                    <a:pt x="17492" y="60795"/>
                    <a:pt x="14221" y="60795"/>
                  </a:cubicBezTo>
                  <a:lnTo>
                    <a:pt x="8586" y="60795"/>
                  </a:lnTo>
                  <a:cubicBezTo>
                    <a:pt x="3834" y="60795"/>
                    <a:pt x="1" y="64697"/>
                    <a:pt x="93" y="69449"/>
                  </a:cubicBezTo>
                  <a:cubicBezTo>
                    <a:pt x="162" y="74063"/>
                    <a:pt x="4029" y="77816"/>
                    <a:pt x="8712" y="77816"/>
                  </a:cubicBezTo>
                  <a:lnTo>
                    <a:pt x="14336" y="77816"/>
                  </a:lnTo>
                  <a:cubicBezTo>
                    <a:pt x="17642" y="77816"/>
                    <a:pt x="20316" y="80536"/>
                    <a:pt x="20258" y="83841"/>
                  </a:cubicBezTo>
                  <a:cubicBezTo>
                    <a:pt x="20212" y="87055"/>
                    <a:pt x="17492" y="89672"/>
                    <a:pt x="14221" y="89672"/>
                  </a:cubicBezTo>
                  <a:lnTo>
                    <a:pt x="8586" y="89672"/>
                  </a:lnTo>
                  <a:lnTo>
                    <a:pt x="8586" y="92254"/>
                  </a:lnTo>
                  <a:lnTo>
                    <a:pt x="14210" y="92254"/>
                  </a:lnTo>
                  <a:cubicBezTo>
                    <a:pt x="18893" y="92254"/>
                    <a:pt x="22760" y="88501"/>
                    <a:pt x="22841" y="83887"/>
                  </a:cubicBezTo>
                  <a:cubicBezTo>
                    <a:pt x="22921" y="79136"/>
                    <a:pt x="19088" y="75233"/>
                    <a:pt x="14325" y="75233"/>
                  </a:cubicBezTo>
                  <a:lnTo>
                    <a:pt x="8712" y="75233"/>
                  </a:lnTo>
                  <a:cubicBezTo>
                    <a:pt x="5430" y="75233"/>
                    <a:pt x="2721" y="72628"/>
                    <a:pt x="2664" y="69415"/>
                  </a:cubicBezTo>
                  <a:cubicBezTo>
                    <a:pt x="2606" y="66098"/>
                    <a:pt x="5281" y="63389"/>
                    <a:pt x="8586" y="63389"/>
                  </a:cubicBezTo>
                  <a:lnTo>
                    <a:pt x="14210" y="63389"/>
                  </a:lnTo>
                  <a:cubicBezTo>
                    <a:pt x="18893" y="63389"/>
                    <a:pt x="22760" y="59636"/>
                    <a:pt x="22841" y="55022"/>
                  </a:cubicBezTo>
                  <a:cubicBezTo>
                    <a:pt x="22921" y="50266"/>
                    <a:pt x="19099" y="46368"/>
                    <a:pt x="14346" y="46368"/>
                  </a:cubicBezTo>
                  <a:cubicBezTo>
                    <a:pt x="14339" y="46368"/>
                    <a:pt x="14332" y="46368"/>
                    <a:pt x="14325" y="46368"/>
                  </a:cubicBezTo>
                  <a:lnTo>
                    <a:pt x="8712" y="46368"/>
                  </a:lnTo>
                  <a:cubicBezTo>
                    <a:pt x="5430" y="46368"/>
                    <a:pt x="2721" y="43751"/>
                    <a:pt x="2664" y="40538"/>
                  </a:cubicBezTo>
                  <a:cubicBezTo>
                    <a:pt x="2606" y="37221"/>
                    <a:pt x="5281" y="34512"/>
                    <a:pt x="8586" y="34512"/>
                  </a:cubicBezTo>
                  <a:lnTo>
                    <a:pt x="14210" y="34512"/>
                  </a:lnTo>
                  <a:cubicBezTo>
                    <a:pt x="18893" y="34512"/>
                    <a:pt x="22760" y="30759"/>
                    <a:pt x="22841" y="26145"/>
                  </a:cubicBezTo>
                  <a:cubicBezTo>
                    <a:pt x="22921" y="21382"/>
                    <a:pt x="19088" y="17492"/>
                    <a:pt x="14325" y="17492"/>
                  </a:cubicBezTo>
                  <a:lnTo>
                    <a:pt x="8712" y="17492"/>
                  </a:lnTo>
                  <a:cubicBezTo>
                    <a:pt x="5430" y="17492"/>
                    <a:pt x="2721" y="14875"/>
                    <a:pt x="2664" y="11661"/>
                  </a:cubicBezTo>
                  <a:cubicBezTo>
                    <a:pt x="2606" y="8344"/>
                    <a:pt x="5281" y="5636"/>
                    <a:pt x="8586" y="5636"/>
                  </a:cubicBezTo>
                  <a:lnTo>
                    <a:pt x="11455" y="5636"/>
                  </a:lnTo>
                  <a:cubicBezTo>
                    <a:pt x="13751" y="5636"/>
                    <a:pt x="15622" y="3776"/>
                    <a:pt x="15622" y="1481"/>
                  </a:cubicBezTo>
                  <a:lnTo>
                    <a:pt x="15622" y="0"/>
                  </a:lnTo>
                  <a:close/>
                </a:path>
              </a:pathLst>
            </a:custGeom>
            <a:solidFill>
              <a:srgbClr val="374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46;p169">
              <a:extLst>
                <a:ext uri="{FF2B5EF4-FFF2-40B4-BE49-F238E27FC236}">
                  <a16:creationId xmlns:a16="http://schemas.microsoft.com/office/drawing/2014/main" id="{E7BC2F69-B421-0E48-2F1A-33D0C8CE7981}"/>
                </a:ext>
              </a:extLst>
            </p:cNvPr>
            <p:cNvSpPr/>
            <p:nvPr/>
          </p:nvSpPr>
          <p:spPr>
            <a:xfrm>
              <a:off x="3216795" y="2193083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0"/>
                  </a:moveTo>
                  <a:cubicBezTo>
                    <a:pt x="4125" y="0"/>
                    <a:pt x="2125" y="1195"/>
                    <a:pt x="1306" y="3338"/>
                  </a:cubicBezTo>
                  <a:cubicBezTo>
                    <a:pt x="1" y="6752"/>
                    <a:pt x="2545" y="10371"/>
                    <a:pt x="6134" y="10371"/>
                  </a:cubicBezTo>
                  <a:cubicBezTo>
                    <a:pt x="6238" y="10371"/>
                    <a:pt x="6342" y="10368"/>
                    <a:pt x="6448" y="10362"/>
                  </a:cubicBezTo>
                  <a:lnTo>
                    <a:pt x="3716" y="7631"/>
                  </a:lnTo>
                  <a:lnTo>
                    <a:pt x="3693" y="7608"/>
                  </a:lnTo>
                  <a:cubicBezTo>
                    <a:pt x="2396" y="6242"/>
                    <a:pt x="2419" y="4096"/>
                    <a:pt x="3762" y="2764"/>
                  </a:cubicBezTo>
                  <a:cubicBezTo>
                    <a:pt x="4430" y="2101"/>
                    <a:pt x="5307" y="1769"/>
                    <a:pt x="6185" y="1769"/>
                  </a:cubicBezTo>
                  <a:cubicBezTo>
                    <a:pt x="7055" y="1769"/>
                    <a:pt x="7925" y="2096"/>
                    <a:pt x="8594" y="2753"/>
                  </a:cubicBezTo>
                  <a:lnTo>
                    <a:pt x="11325" y="5484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0"/>
                  </a:lnTo>
                  <a:lnTo>
                    <a:pt x="11325" y="4830"/>
                  </a:lnTo>
                  <a:cubicBezTo>
                    <a:pt x="11245" y="3579"/>
                    <a:pt x="10706" y="2408"/>
                    <a:pt x="9822" y="1525"/>
                  </a:cubicBezTo>
                  <a:cubicBezTo>
                    <a:pt x="8784" y="487"/>
                    <a:pt x="7466" y="0"/>
                    <a:pt x="6164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47;p169">
              <a:extLst>
                <a:ext uri="{FF2B5EF4-FFF2-40B4-BE49-F238E27FC236}">
                  <a16:creationId xmlns:a16="http://schemas.microsoft.com/office/drawing/2014/main" id="{9BC23A23-4761-FF6A-34D9-DAD078B99526}"/>
                </a:ext>
              </a:extLst>
            </p:cNvPr>
            <p:cNvSpPr/>
            <p:nvPr/>
          </p:nvSpPr>
          <p:spPr>
            <a:xfrm>
              <a:off x="3316610" y="2217792"/>
              <a:ext cx="150177" cy="26672"/>
            </a:xfrm>
            <a:custGeom>
              <a:avLst/>
              <a:gdLst/>
              <a:ahLst/>
              <a:cxnLst/>
              <a:rect l="l" t="t" r="r" b="b"/>
              <a:pathLst>
                <a:path w="20488" h="3640" extrusionOk="0">
                  <a:moveTo>
                    <a:pt x="18650" y="0"/>
                  </a:moveTo>
                  <a:cubicBezTo>
                    <a:pt x="18643" y="0"/>
                    <a:pt x="18636" y="0"/>
                    <a:pt x="18628" y="1"/>
                  </a:cubicBezTo>
                  <a:cubicBezTo>
                    <a:pt x="18043" y="1"/>
                    <a:pt x="17481" y="287"/>
                    <a:pt x="17148" y="781"/>
                  </a:cubicBezTo>
                  <a:cubicBezTo>
                    <a:pt x="16861" y="1194"/>
                    <a:pt x="16390" y="1447"/>
                    <a:pt x="15885" y="1458"/>
                  </a:cubicBezTo>
                  <a:lnTo>
                    <a:pt x="1" y="1458"/>
                  </a:lnTo>
                  <a:lnTo>
                    <a:pt x="1" y="2170"/>
                  </a:lnTo>
                  <a:lnTo>
                    <a:pt x="15885" y="2170"/>
                  </a:lnTo>
                  <a:cubicBezTo>
                    <a:pt x="16379" y="2170"/>
                    <a:pt x="16849" y="2422"/>
                    <a:pt x="17125" y="2835"/>
                  </a:cubicBezTo>
                  <a:cubicBezTo>
                    <a:pt x="17463" y="3342"/>
                    <a:pt x="18044" y="3639"/>
                    <a:pt x="18651" y="3639"/>
                  </a:cubicBezTo>
                  <a:cubicBezTo>
                    <a:pt x="18663" y="3639"/>
                    <a:pt x="18674" y="3639"/>
                    <a:pt x="18686" y="3639"/>
                  </a:cubicBezTo>
                  <a:cubicBezTo>
                    <a:pt x="19684" y="3616"/>
                    <a:pt x="20488" y="2790"/>
                    <a:pt x="20476" y="1791"/>
                  </a:cubicBezTo>
                  <a:cubicBezTo>
                    <a:pt x="20465" y="788"/>
                    <a:pt x="19650" y="0"/>
                    <a:pt x="18650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48;p169">
              <a:extLst>
                <a:ext uri="{FF2B5EF4-FFF2-40B4-BE49-F238E27FC236}">
                  <a16:creationId xmlns:a16="http://schemas.microsoft.com/office/drawing/2014/main" id="{3F791C1F-1CF5-C557-8545-F5BF40A54AF0}"/>
                </a:ext>
              </a:extLst>
            </p:cNvPr>
            <p:cNvSpPr/>
            <p:nvPr/>
          </p:nvSpPr>
          <p:spPr>
            <a:xfrm>
              <a:off x="3244021" y="2213249"/>
              <a:ext cx="55869" cy="55770"/>
            </a:xfrm>
            <a:custGeom>
              <a:avLst/>
              <a:gdLst/>
              <a:ahLst/>
              <a:cxnLst/>
              <a:rect l="l" t="t" r="r" b="b"/>
              <a:pathLst>
                <a:path w="7622" h="7611" extrusionOk="0">
                  <a:moveTo>
                    <a:pt x="4879" y="1"/>
                  </a:moveTo>
                  <a:lnTo>
                    <a:pt x="5093" y="214"/>
                  </a:lnTo>
                  <a:lnTo>
                    <a:pt x="5093" y="214"/>
                  </a:lnTo>
                  <a:cubicBezTo>
                    <a:pt x="5025" y="140"/>
                    <a:pt x="4954" y="69"/>
                    <a:pt x="4879" y="1"/>
                  </a:cubicBezTo>
                  <a:close/>
                  <a:moveTo>
                    <a:pt x="1" y="4879"/>
                  </a:moveTo>
                  <a:lnTo>
                    <a:pt x="1" y="4879"/>
                  </a:lnTo>
                  <a:cubicBezTo>
                    <a:pt x="64" y="4947"/>
                    <a:pt x="130" y="5012"/>
                    <a:pt x="197" y="5074"/>
                  </a:cubicBezTo>
                  <a:lnTo>
                    <a:pt x="197" y="5074"/>
                  </a:lnTo>
                  <a:lnTo>
                    <a:pt x="1" y="4879"/>
                  </a:lnTo>
                  <a:close/>
                  <a:moveTo>
                    <a:pt x="5093" y="214"/>
                  </a:moveTo>
                  <a:lnTo>
                    <a:pt x="5093" y="214"/>
                  </a:lnTo>
                  <a:cubicBezTo>
                    <a:pt x="6325" y="1553"/>
                    <a:pt x="6288" y="3654"/>
                    <a:pt x="4982" y="4970"/>
                  </a:cubicBezTo>
                  <a:cubicBezTo>
                    <a:pt x="4305" y="5648"/>
                    <a:pt x="3420" y="5984"/>
                    <a:pt x="2536" y="5984"/>
                  </a:cubicBezTo>
                  <a:cubicBezTo>
                    <a:pt x="1695" y="5984"/>
                    <a:pt x="855" y="5679"/>
                    <a:pt x="197" y="5074"/>
                  </a:cubicBezTo>
                  <a:lnTo>
                    <a:pt x="197" y="5074"/>
                  </a:lnTo>
                  <a:lnTo>
                    <a:pt x="2744" y="7610"/>
                  </a:lnTo>
                  <a:cubicBezTo>
                    <a:pt x="5349" y="7461"/>
                    <a:pt x="7438" y="5395"/>
                    <a:pt x="7622" y="2790"/>
                  </a:cubicBezTo>
                  <a:lnTo>
                    <a:pt x="7622" y="2732"/>
                  </a:lnTo>
                  <a:lnTo>
                    <a:pt x="5093" y="214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49;p169">
              <a:extLst>
                <a:ext uri="{FF2B5EF4-FFF2-40B4-BE49-F238E27FC236}">
                  <a16:creationId xmlns:a16="http://schemas.microsoft.com/office/drawing/2014/main" id="{C89C4FB4-4603-E780-D1CE-E5DA7DB0D681}"/>
                </a:ext>
              </a:extLst>
            </p:cNvPr>
            <p:cNvSpPr/>
            <p:nvPr/>
          </p:nvSpPr>
          <p:spPr>
            <a:xfrm>
              <a:off x="3234354" y="2206046"/>
              <a:ext cx="55276" cy="50369"/>
            </a:xfrm>
            <a:custGeom>
              <a:avLst/>
              <a:gdLst/>
              <a:ahLst/>
              <a:cxnLst/>
              <a:rect l="l" t="t" r="r" b="b"/>
              <a:pathLst>
                <a:path w="7541" h="6874" extrusionOk="0">
                  <a:moveTo>
                    <a:pt x="3795" y="1"/>
                  </a:moveTo>
                  <a:cubicBezTo>
                    <a:pt x="2915" y="1"/>
                    <a:pt x="2036" y="337"/>
                    <a:pt x="1366" y="1007"/>
                  </a:cubicBezTo>
                  <a:cubicBezTo>
                    <a:pt x="23" y="2327"/>
                    <a:pt x="0" y="4473"/>
                    <a:pt x="1297" y="5839"/>
                  </a:cubicBezTo>
                  <a:lnTo>
                    <a:pt x="1320" y="5862"/>
                  </a:lnTo>
                  <a:cubicBezTo>
                    <a:pt x="1990" y="6537"/>
                    <a:pt x="2871" y="6873"/>
                    <a:pt x="3753" y="6873"/>
                  </a:cubicBezTo>
                  <a:cubicBezTo>
                    <a:pt x="4639" y="6873"/>
                    <a:pt x="5525" y="6534"/>
                    <a:pt x="6198" y="5862"/>
                  </a:cubicBezTo>
                  <a:cubicBezTo>
                    <a:pt x="7541" y="4507"/>
                    <a:pt x="7541" y="2327"/>
                    <a:pt x="6198" y="984"/>
                  </a:cubicBezTo>
                  <a:cubicBezTo>
                    <a:pt x="5531" y="328"/>
                    <a:pt x="4663" y="1"/>
                    <a:pt x="37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50;p169">
              <a:extLst>
                <a:ext uri="{FF2B5EF4-FFF2-40B4-BE49-F238E27FC236}">
                  <a16:creationId xmlns:a16="http://schemas.microsoft.com/office/drawing/2014/main" id="{AC5485FA-07E0-7B1E-7A20-9ED026CCC333}"/>
                </a:ext>
              </a:extLst>
            </p:cNvPr>
            <p:cNvSpPr/>
            <p:nvPr/>
          </p:nvSpPr>
          <p:spPr>
            <a:xfrm>
              <a:off x="3216795" y="1980642"/>
              <a:ext cx="90423" cy="76001"/>
            </a:xfrm>
            <a:custGeom>
              <a:avLst/>
              <a:gdLst/>
              <a:ahLst/>
              <a:cxnLst/>
              <a:rect l="l" t="t" r="r" b="b"/>
              <a:pathLst>
                <a:path w="12336" h="10372" extrusionOk="0">
                  <a:moveTo>
                    <a:pt x="6164" y="1"/>
                  </a:moveTo>
                  <a:cubicBezTo>
                    <a:pt x="4125" y="1"/>
                    <a:pt x="2125" y="1195"/>
                    <a:pt x="1306" y="3339"/>
                  </a:cubicBezTo>
                  <a:cubicBezTo>
                    <a:pt x="1" y="6752"/>
                    <a:pt x="2545" y="10372"/>
                    <a:pt x="6134" y="10372"/>
                  </a:cubicBezTo>
                  <a:cubicBezTo>
                    <a:pt x="6238" y="10372"/>
                    <a:pt x="6342" y="10369"/>
                    <a:pt x="6448" y="10363"/>
                  </a:cubicBezTo>
                  <a:lnTo>
                    <a:pt x="3716" y="7631"/>
                  </a:lnTo>
                  <a:cubicBezTo>
                    <a:pt x="3716" y="7620"/>
                    <a:pt x="3693" y="7608"/>
                    <a:pt x="3693" y="7608"/>
                  </a:cubicBezTo>
                  <a:cubicBezTo>
                    <a:pt x="2362" y="6242"/>
                    <a:pt x="2385" y="4073"/>
                    <a:pt x="3727" y="2730"/>
                  </a:cubicBezTo>
                  <a:cubicBezTo>
                    <a:pt x="4403" y="2066"/>
                    <a:pt x="5282" y="1733"/>
                    <a:pt x="6159" y="1733"/>
                  </a:cubicBezTo>
                  <a:cubicBezTo>
                    <a:pt x="7041" y="1733"/>
                    <a:pt x="7921" y="2069"/>
                    <a:pt x="8594" y="2742"/>
                  </a:cubicBezTo>
                  <a:lnTo>
                    <a:pt x="11325" y="5485"/>
                  </a:lnTo>
                  <a:lnTo>
                    <a:pt x="11325" y="5542"/>
                  </a:lnTo>
                  <a:lnTo>
                    <a:pt x="12335" y="5542"/>
                  </a:lnTo>
                  <a:lnTo>
                    <a:pt x="12335" y="4831"/>
                  </a:lnTo>
                  <a:lnTo>
                    <a:pt x="11325" y="4831"/>
                  </a:lnTo>
                  <a:cubicBezTo>
                    <a:pt x="11245" y="3580"/>
                    <a:pt x="10706" y="2397"/>
                    <a:pt x="9822" y="1525"/>
                  </a:cubicBezTo>
                  <a:cubicBezTo>
                    <a:pt x="8784" y="488"/>
                    <a:pt x="7466" y="1"/>
                    <a:pt x="6164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51;p169">
              <a:extLst>
                <a:ext uri="{FF2B5EF4-FFF2-40B4-BE49-F238E27FC236}">
                  <a16:creationId xmlns:a16="http://schemas.microsoft.com/office/drawing/2014/main" id="{6B9E0C74-EC78-1046-E1A0-A59F13C54A0F}"/>
                </a:ext>
              </a:extLst>
            </p:cNvPr>
            <p:cNvSpPr/>
            <p:nvPr/>
          </p:nvSpPr>
          <p:spPr>
            <a:xfrm>
              <a:off x="3316610" y="2005358"/>
              <a:ext cx="153043" cy="26584"/>
            </a:xfrm>
            <a:custGeom>
              <a:avLst/>
              <a:gdLst/>
              <a:ahLst/>
              <a:cxnLst/>
              <a:rect l="l" t="t" r="r" b="b"/>
              <a:pathLst>
                <a:path w="20879" h="3628" extrusionOk="0">
                  <a:moveTo>
                    <a:pt x="18628" y="0"/>
                  </a:moveTo>
                  <a:cubicBezTo>
                    <a:pt x="18043" y="0"/>
                    <a:pt x="17481" y="287"/>
                    <a:pt x="17148" y="769"/>
                  </a:cubicBezTo>
                  <a:cubicBezTo>
                    <a:pt x="16861" y="1194"/>
                    <a:pt x="16390" y="1446"/>
                    <a:pt x="15885" y="1458"/>
                  </a:cubicBezTo>
                  <a:lnTo>
                    <a:pt x="1" y="1458"/>
                  </a:lnTo>
                  <a:lnTo>
                    <a:pt x="1" y="2169"/>
                  </a:lnTo>
                  <a:lnTo>
                    <a:pt x="15885" y="2169"/>
                  </a:lnTo>
                  <a:cubicBezTo>
                    <a:pt x="16379" y="2169"/>
                    <a:pt x="16849" y="2422"/>
                    <a:pt x="17125" y="2823"/>
                  </a:cubicBezTo>
                  <a:cubicBezTo>
                    <a:pt x="17490" y="3363"/>
                    <a:pt x="18064" y="3628"/>
                    <a:pt x="18635" y="3628"/>
                  </a:cubicBezTo>
                  <a:cubicBezTo>
                    <a:pt x="19268" y="3628"/>
                    <a:pt x="19897" y="3302"/>
                    <a:pt x="20235" y="2663"/>
                  </a:cubicBezTo>
                  <a:cubicBezTo>
                    <a:pt x="20878" y="1458"/>
                    <a:pt x="20006" y="0"/>
                    <a:pt x="18628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52;p169">
              <a:extLst>
                <a:ext uri="{FF2B5EF4-FFF2-40B4-BE49-F238E27FC236}">
                  <a16:creationId xmlns:a16="http://schemas.microsoft.com/office/drawing/2014/main" id="{91981629-84D4-6A05-1352-53AB12B2BDA0}"/>
                </a:ext>
              </a:extLst>
            </p:cNvPr>
            <p:cNvSpPr/>
            <p:nvPr/>
          </p:nvSpPr>
          <p:spPr>
            <a:xfrm>
              <a:off x="3244021" y="2000727"/>
              <a:ext cx="55869" cy="55850"/>
            </a:xfrm>
            <a:custGeom>
              <a:avLst/>
              <a:gdLst/>
              <a:ahLst/>
              <a:cxnLst/>
              <a:rect l="l" t="t" r="r" b="b"/>
              <a:pathLst>
                <a:path w="7622" h="7622" extrusionOk="0">
                  <a:moveTo>
                    <a:pt x="4879" y="1"/>
                  </a:moveTo>
                  <a:cubicBezTo>
                    <a:pt x="6141" y="1367"/>
                    <a:pt x="6095" y="3478"/>
                    <a:pt x="4787" y="4787"/>
                  </a:cubicBezTo>
                  <a:cubicBezTo>
                    <a:pt x="4115" y="5459"/>
                    <a:pt x="3232" y="5798"/>
                    <a:pt x="2346" y="5798"/>
                  </a:cubicBezTo>
                  <a:cubicBezTo>
                    <a:pt x="1507" y="5798"/>
                    <a:pt x="666" y="5493"/>
                    <a:pt x="1" y="4879"/>
                  </a:cubicBezTo>
                  <a:lnTo>
                    <a:pt x="1" y="4879"/>
                  </a:lnTo>
                  <a:lnTo>
                    <a:pt x="2744" y="7622"/>
                  </a:lnTo>
                  <a:cubicBezTo>
                    <a:pt x="5349" y="7472"/>
                    <a:pt x="7438" y="5407"/>
                    <a:pt x="7622" y="2801"/>
                  </a:cubicBezTo>
                  <a:lnTo>
                    <a:pt x="7622" y="2732"/>
                  </a:lnTo>
                  <a:lnTo>
                    <a:pt x="4879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53;p169">
              <a:extLst>
                <a:ext uri="{FF2B5EF4-FFF2-40B4-BE49-F238E27FC236}">
                  <a16:creationId xmlns:a16="http://schemas.microsoft.com/office/drawing/2014/main" id="{E7967160-77D6-73DC-6642-A4A28CCB7914}"/>
                </a:ext>
              </a:extLst>
            </p:cNvPr>
            <p:cNvSpPr/>
            <p:nvPr/>
          </p:nvSpPr>
          <p:spPr>
            <a:xfrm>
              <a:off x="3234098" y="1993392"/>
              <a:ext cx="55532" cy="50552"/>
            </a:xfrm>
            <a:custGeom>
              <a:avLst/>
              <a:gdLst/>
              <a:ahLst/>
              <a:cxnLst/>
              <a:rect l="l" t="t" r="r" b="b"/>
              <a:pathLst>
                <a:path w="7576" h="6899" extrusionOk="0">
                  <a:moveTo>
                    <a:pt x="3793" y="0"/>
                  </a:moveTo>
                  <a:cubicBezTo>
                    <a:pt x="2917" y="0"/>
                    <a:pt x="2041" y="333"/>
                    <a:pt x="1366" y="1002"/>
                  </a:cubicBezTo>
                  <a:cubicBezTo>
                    <a:pt x="24" y="2333"/>
                    <a:pt x="1" y="4514"/>
                    <a:pt x="1332" y="5868"/>
                  </a:cubicBezTo>
                  <a:cubicBezTo>
                    <a:pt x="1343" y="5880"/>
                    <a:pt x="1343" y="5880"/>
                    <a:pt x="1355" y="5891"/>
                  </a:cubicBezTo>
                  <a:cubicBezTo>
                    <a:pt x="2026" y="6563"/>
                    <a:pt x="2910" y="6898"/>
                    <a:pt x="3794" y="6898"/>
                  </a:cubicBezTo>
                  <a:cubicBezTo>
                    <a:pt x="4678" y="6898"/>
                    <a:pt x="5561" y="6563"/>
                    <a:pt x="6233" y="5891"/>
                  </a:cubicBezTo>
                  <a:cubicBezTo>
                    <a:pt x="7576" y="4537"/>
                    <a:pt x="7576" y="2356"/>
                    <a:pt x="6233" y="1013"/>
                  </a:cubicBezTo>
                  <a:cubicBezTo>
                    <a:pt x="5558" y="339"/>
                    <a:pt x="4676" y="0"/>
                    <a:pt x="379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54;p169">
              <a:extLst>
                <a:ext uri="{FF2B5EF4-FFF2-40B4-BE49-F238E27FC236}">
                  <a16:creationId xmlns:a16="http://schemas.microsoft.com/office/drawing/2014/main" id="{C7F51C7C-1235-BE19-3274-3052F0AE816C}"/>
                </a:ext>
              </a:extLst>
            </p:cNvPr>
            <p:cNvSpPr/>
            <p:nvPr/>
          </p:nvSpPr>
          <p:spPr>
            <a:xfrm>
              <a:off x="3088670" y="2111564"/>
              <a:ext cx="139746" cy="26679"/>
            </a:xfrm>
            <a:custGeom>
              <a:avLst/>
              <a:gdLst/>
              <a:ahLst/>
              <a:cxnLst/>
              <a:rect l="l" t="t" r="r" b="b"/>
              <a:pathLst>
                <a:path w="19065" h="3641" extrusionOk="0">
                  <a:moveTo>
                    <a:pt x="2249" y="1"/>
                  </a:moveTo>
                  <a:cubicBezTo>
                    <a:pt x="1614" y="1"/>
                    <a:pt x="981" y="326"/>
                    <a:pt x="643" y="966"/>
                  </a:cubicBezTo>
                  <a:cubicBezTo>
                    <a:pt x="0" y="2171"/>
                    <a:pt x="873" y="3640"/>
                    <a:pt x="2250" y="3640"/>
                  </a:cubicBezTo>
                  <a:cubicBezTo>
                    <a:pt x="2847" y="3640"/>
                    <a:pt x="3409" y="3353"/>
                    <a:pt x="3742" y="2860"/>
                  </a:cubicBezTo>
                  <a:cubicBezTo>
                    <a:pt x="4029" y="2435"/>
                    <a:pt x="4488" y="2182"/>
                    <a:pt x="5004" y="2182"/>
                  </a:cubicBezTo>
                  <a:lnTo>
                    <a:pt x="19064" y="2182"/>
                  </a:lnTo>
                  <a:lnTo>
                    <a:pt x="19064" y="1459"/>
                  </a:lnTo>
                  <a:lnTo>
                    <a:pt x="5004" y="1459"/>
                  </a:lnTo>
                  <a:cubicBezTo>
                    <a:pt x="4499" y="1459"/>
                    <a:pt x="4040" y="1218"/>
                    <a:pt x="3765" y="805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55;p169">
              <a:extLst>
                <a:ext uri="{FF2B5EF4-FFF2-40B4-BE49-F238E27FC236}">
                  <a16:creationId xmlns:a16="http://schemas.microsoft.com/office/drawing/2014/main" id="{C0F44A55-A765-4A5C-565F-B72D70EE509D}"/>
                </a:ext>
              </a:extLst>
            </p:cNvPr>
            <p:cNvSpPr/>
            <p:nvPr/>
          </p:nvSpPr>
          <p:spPr>
            <a:xfrm>
              <a:off x="3234603" y="2086687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7"/>
                  </a:lnTo>
                  <a:lnTo>
                    <a:pt x="3283" y="5577"/>
                  </a:lnTo>
                  <a:cubicBezTo>
                    <a:pt x="3471" y="8312"/>
                    <a:pt x="5753" y="10406"/>
                    <a:pt x="8459" y="10406"/>
                  </a:cubicBezTo>
                  <a:cubicBezTo>
                    <a:pt x="8558" y="10406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43"/>
                  </a:lnTo>
                  <a:cubicBezTo>
                    <a:pt x="4672" y="6278"/>
                    <a:pt x="4683" y="4108"/>
                    <a:pt x="6038" y="2766"/>
                  </a:cubicBezTo>
                  <a:cubicBezTo>
                    <a:pt x="6708" y="2101"/>
                    <a:pt x="7586" y="1768"/>
                    <a:pt x="8465" y="1768"/>
                  </a:cubicBezTo>
                  <a:cubicBezTo>
                    <a:pt x="9348" y="1768"/>
                    <a:pt x="10231" y="2104"/>
                    <a:pt x="10904" y="2777"/>
                  </a:cubicBezTo>
                  <a:lnTo>
                    <a:pt x="13635" y="5520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56;p169">
              <a:extLst>
                <a:ext uri="{FF2B5EF4-FFF2-40B4-BE49-F238E27FC236}">
                  <a16:creationId xmlns:a16="http://schemas.microsoft.com/office/drawing/2014/main" id="{6AC18BC3-6B4A-7E9C-0412-CBB43643DD8B}"/>
                </a:ext>
              </a:extLst>
            </p:cNvPr>
            <p:cNvSpPr/>
            <p:nvPr/>
          </p:nvSpPr>
          <p:spPr>
            <a:xfrm>
              <a:off x="3278765" y="2107116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1"/>
                  </a:move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5"/>
                    <a:pt x="2435" y="5885"/>
                  </a:cubicBezTo>
                  <a:cubicBezTo>
                    <a:pt x="1552" y="5885"/>
                    <a:pt x="672" y="5550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1"/>
                    <a:pt x="7460" y="5360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57;p169">
              <a:extLst>
                <a:ext uri="{FF2B5EF4-FFF2-40B4-BE49-F238E27FC236}">
                  <a16:creationId xmlns:a16="http://schemas.microsoft.com/office/drawing/2014/main" id="{E0CDC34F-6FDF-EC23-21EC-04D9799F51A7}"/>
                </a:ext>
              </a:extLst>
            </p:cNvPr>
            <p:cNvSpPr/>
            <p:nvPr/>
          </p:nvSpPr>
          <p:spPr>
            <a:xfrm>
              <a:off x="3268754" y="2099693"/>
              <a:ext cx="54938" cy="49864"/>
            </a:xfrm>
            <a:custGeom>
              <a:avLst/>
              <a:gdLst/>
              <a:ahLst/>
              <a:cxnLst/>
              <a:rect l="l" t="t" r="r" b="b"/>
              <a:pathLst>
                <a:path w="7495" h="6805" extrusionOk="0">
                  <a:moveTo>
                    <a:pt x="3792" y="1"/>
                  </a:moveTo>
                  <a:cubicBezTo>
                    <a:pt x="2917" y="1"/>
                    <a:pt x="2040" y="333"/>
                    <a:pt x="1366" y="1002"/>
                  </a:cubicBezTo>
                  <a:cubicBezTo>
                    <a:pt x="23" y="2333"/>
                    <a:pt x="0" y="4514"/>
                    <a:pt x="1332" y="5868"/>
                  </a:cubicBezTo>
                  <a:lnTo>
                    <a:pt x="1332" y="5857"/>
                  </a:lnTo>
                  <a:lnTo>
                    <a:pt x="1355" y="5891"/>
                  </a:lnTo>
                  <a:cubicBezTo>
                    <a:pt x="2019" y="6500"/>
                    <a:pt x="2860" y="6804"/>
                    <a:pt x="3700" y="6804"/>
                  </a:cubicBezTo>
                  <a:cubicBezTo>
                    <a:pt x="4585" y="6804"/>
                    <a:pt x="5469" y="6466"/>
                    <a:pt x="6141" y="5788"/>
                  </a:cubicBezTo>
                  <a:cubicBezTo>
                    <a:pt x="7449" y="4480"/>
                    <a:pt x="7495" y="2368"/>
                    <a:pt x="6232" y="1014"/>
                  </a:cubicBezTo>
                  <a:cubicBezTo>
                    <a:pt x="5558" y="339"/>
                    <a:pt x="4675" y="1"/>
                    <a:pt x="37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58;p169">
              <a:extLst>
                <a:ext uri="{FF2B5EF4-FFF2-40B4-BE49-F238E27FC236}">
                  <a16:creationId xmlns:a16="http://schemas.microsoft.com/office/drawing/2014/main" id="{CDE1EB5D-C766-2205-2FFE-55AACBC76D2C}"/>
                </a:ext>
              </a:extLst>
            </p:cNvPr>
            <p:cNvSpPr/>
            <p:nvPr/>
          </p:nvSpPr>
          <p:spPr>
            <a:xfrm>
              <a:off x="3088670" y="2323456"/>
              <a:ext cx="139746" cy="26716"/>
            </a:xfrm>
            <a:custGeom>
              <a:avLst/>
              <a:gdLst/>
              <a:ahLst/>
              <a:cxnLst/>
              <a:rect l="l" t="t" r="r" b="b"/>
              <a:pathLst>
                <a:path w="19065" h="3646" extrusionOk="0">
                  <a:moveTo>
                    <a:pt x="2249" y="1"/>
                  </a:moveTo>
                  <a:cubicBezTo>
                    <a:pt x="1614" y="1"/>
                    <a:pt x="981" y="327"/>
                    <a:pt x="643" y="960"/>
                  </a:cubicBezTo>
                  <a:cubicBezTo>
                    <a:pt x="0" y="2177"/>
                    <a:pt x="873" y="3646"/>
                    <a:pt x="2250" y="3646"/>
                  </a:cubicBezTo>
                  <a:cubicBezTo>
                    <a:pt x="2847" y="3646"/>
                    <a:pt x="3398" y="3347"/>
                    <a:pt x="3742" y="2865"/>
                  </a:cubicBezTo>
                  <a:cubicBezTo>
                    <a:pt x="4029" y="2441"/>
                    <a:pt x="4488" y="2188"/>
                    <a:pt x="5004" y="2177"/>
                  </a:cubicBezTo>
                  <a:lnTo>
                    <a:pt x="19064" y="2177"/>
                  </a:lnTo>
                  <a:lnTo>
                    <a:pt x="19064" y="1465"/>
                  </a:lnTo>
                  <a:lnTo>
                    <a:pt x="5004" y="1465"/>
                  </a:lnTo>
                  <a:cubicBezTo>
                    <a:pt x="4499" y="1465"/>
                    <a:pt x="4040" y="1224"/>
                    <a:pt x="3765" y="811"/>
                  </a:cubicBezTo>
                  <a:cubicBezTo>
                    <a:pt x="3400" y="266"/>
                    <a:pt x="2823" y="1"/>
                    <a:pt x="22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59;p169">
              <a:extLst>
                <a:ext uri="{FF2B5EF4-FFF2-40B4-BE49-F238E27FC236}">
                  <a16:creationId xmlns:a16="http://schemas.microsoft.com/office/drawing/2014/main" id="{B5EB13AB-ED28-C804-B5E7-E323ABB873E6}"/>
                </a:ext>
              </a:extLst>
            </p:cNvPr>
            <p:cNvSpPr/>
            <p:nvPr/>
          </p:nvSpPr>
          <p:spPr>
            <a:xfrm>
              <a:off x="3234603" y="2298535"/>
              <a:ext cx="101301" cy="76257"/>
            </a:xfrm>
            <a:custGeom>
              <a:avLst/>
              <a:gdLst/>
              <a:ahLst/>
              <a:cxnLst/>
              <a:rect l="l" t="t" r="r" b="b"/>
              <a:pathLst>
                <a:path w="13820" h="10407" extrusionOk="0">
                  <a:moveTo>
                    <a:pt x="8445" y="0"/>
                  </a:moveTo>
                  <a:cubicBezTo>
                    <a:pt x="5733" y="0"/>
                    <a:pt x="3459" y="2121"/>
                    <a:pt x="3283" y="4866"/>
                  </a:cubicBezTo>
                  <a:lnTo>
                    <a:pt x="0" y="4866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313"/>
                    <a:pt x="5753" y="10407"/>
                    <a:pt x="8459" y="10407"/>
                  </a:cubicBezTo>
                  <a:cubicBezTo>
                    <a:pt x="8558" y="10407"/>
                    <a:pt x="8658" y="10404"/>
                    <a:pt x="8758" y="10398"/>
                  </a:cubicBezTo>
                  <a:lnTo>
                    <a:pt x="6015" y="7666"/>
                  </a:lnTo>
                  <a:lnTo>
                    <a:pt x="5992" y="7632"/>
                  </a:lnTo>
                  <a:cubicBezTo>
                    <a:pt x="4695" y="6278"/>
                    <a:pt x="4729" y="4120"/>
                    <a:pt x="6060" y="2800"/>
                  </a:cubicBezTo>
                  <a:cubicBezTo>
                    <a:pt x="6736" y="2136"/>
                    <a:pt x="7616" y="1803"/>
                    <a:pt x="8495" y="1803"/>
                  </a:cubicBezTo>
                  <a:cubicBezTo>
                    <a:pt x="9363" y="1803"/>
                    <a:pt x="10231" y="2127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95"/>
                    <a:pt x="8781" y="11"/>
                  </a:cubicBezTo>
                  <a:cubicBezTo>
                    <a:pt x="8668" y="4"/>
                    <a:pt x="8556" y="0"/>
                    <a:pt x="8445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60;p169">
              <a:extLst>
                <a:ext uri="{FF2B5EF4-FFF2-40B4-BE49-F238E27FC236}">
                  <a16:creationId xmlns:a16="http://schemas.microsoft.com/office/drawing/2014/main" id="{CFD10FF1-B69D-D033-7C88-C72D9BF8A12A}"/>
                </a:ext>
              </a:extLst>
            </p:cNvPr>
            <p:cNvSpPr/>
            <p:nvPr/>
          </p:nvSpPr>
          <p:spPr>
            <a:xfrm>
              <a:off x="3278765" y="2318964"/>
              <a:ext cx="55781" cy="55770"/>
            </a:xfrm>
            <a:custGeom>
              <a:avLst/>
              <a:gdLst/>
              <a:ahLst/>
              <a:cxnLst/>
              <a:rect l="l" t="t" r="r" b="b"/>
              <a:pathLst>
                <a:path w="7610" h="7611" extrusionOk="0">
                  <a:moveTo>
                    <a:pt x="4878" y="1"/>
                  </a:moveTo>
                  <a:lnTo>
                    <a:pt x="4878" y="1"/>
                  </a:lnTo>
                  <a:cubicBezTo>
                    <a:pt x="6221" y="1344"/>
                    <a:pt x="6221" y="3524"/>
                    <a:pt x="4878" y="4878"/>
                  </a:cubicBezTo>
                  <a:cubicBezTo>
                    <a:pt x="4201" y="5550"/>
                    <a:pt x="3317" y="5886"/>
                    <a:pt x="2435" y="5886"/>
                  </a:cubicBezTo>
                  <a:cubicBezTo>
                    <a:pt x="1552" y="5886"/>
                    <a:pt x="672" y="5550"/>
                    <a:pt x="0" y="4879"/>
                  </a:cubicBezTo>
                  <a:lnTo>
                    <a:pt x="0" y="4879"/>
                  </a:lnTo>
                  <a:lnTo>
                    <a:pt x="2732" y="7610"/>
                  </a:lnTo>
                  <a:cubicBezTo>
                    <a:pt x="5360" y="7461"/>
                    <a:pt x="7460" y="5361"/>
                    <a:pt x="7609" y="2732"/>
                  </a:cubicBezTo>
                  <a:lnTo>
                    <a:pt x="4878" y="1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61;p169">
              <a:extLst>
                <a:ext uri="{FF2B5EF4-FFF2-40B4-BE49-F238E27FC236}">
                  <a16:creationId xmlns:a16="http://schemas.microsoft.com/office/drawing/2014/main" id="{9194297D-AA6F-E239-64CD-D7F9D5699C2F}"/>
                </a:ext>
              </a:extLst>
            </p:cNvPr>
            <p:cNvSpPr/>
            <p:nvPr/>
          </p:nvSpPr>
          <p:spPr>
            <a:xfrm>
              <a:off x="3269004" y="2311754"/>
              <a:ext cx="56287" cy="51058"/>
            </a:xfrm>
            <a:custGeom>
              <a:avLst/>
              <a:gdLst/>
              <a:ahLst/>
              <a:cxnLst/>
              <a:rect l="l" t="t" r="r" b="b"/>
              <a:pathLst>
                <a:path w="7679" h="6968" extrusionOk="0">
                  <a:moveTo>
                    <a:pt x="3790" y="0"/>
                  </a:moveTo>
                  <a:cubicBezTo>
                    <a:pt x="2912" y="0"/>
                    <a:pt x="2035" y="333"/>
                    <a:pt x="1366" y="996"/>
                  </a:cubicBezTo>
                  <a:cubicBezTo>
                    <a:pt x="24" y="2327"/>
                    <a:pt x="1" y="4474"/>
                    <a:pt x="1298" y="5840"/>
                  </a:cubicBezTo>
                  <a:lnTo>
                    <a:pt x="1298" y="5828"/>
                  </a:lnTo>
                  <a:lnTo>
                    <a:pt x="1321" y="5862"/>
                  </a:lnTo>
                  <a:cubicBezTo>
                    <a:pt x="2002" y="6597"/>
                    <a:pt x="2928" y="6968"/>
                    <a:pt x="3856" y="6968"/>
                  </a:cubicBezTo>
                  <a:cubicBezTo>
                    <a:pt x="4739" y="6968"/>
                    <a:pt x="5624" y="6632"/>
                    <a:pt x="6302" y="5954"/>
                  </a:cubicBezTo>
                  <a:cubicBezTo>
                    <a:pt x="7679" y="4566"/>
                    <a:pt x="7645" y="2316"/>
                    <a:pt x="6198" y="985"/>
                  </a:cubicBezTo>
                  <a:cubicBezTo>
                    <a:pt x="5530" y="328"/>
                    <a:pt x="4659" y="0"/>
                    <a:pt x="3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62;p169">
              <a:extLst>
                <a:ext uri="{FF2B5EF4-FFF2-40B4-BE49-F238E27FC236}">
                  <a16:creationId xmlns:a16="http://schemas.microsoft.com/office/drawing/2014/main" id="{B849EDAC-136A-8CF0-AC8A-004345EC5015}"/>
                </a:ext>
              </a:extLst>
            </p:cNvPr>
            <p:cNvSpPr/>
            <p:nvPr/>
          </p:nvSpPr>
          <p:spPr>
            <a:xfrm>
              <a:off x="3216780" y="2404433"/>
              <a:ext cx="90438" cy="76074"/>
            </a:xfrm>
            <a:custGeom>
              <a:avLst/>
              <a:gdLst/>
              <a:ahLst/>
              <a:cxnLst/>
              <a:rect l="l" t="t" r="r" b="b"/>
              <a:pathLst>
                <a:path w="12338" h="10382" extrusionOk="0">
                  <a:moveTo>
                    <a:pt x="6169" y="0"/>
                  </a:moveTo>
                  <a:cubicBezTo>
                    <a:pt x="4129" y="0"/>
                    <a:pt x="2128" y="1197"/>
                    <a:pt x="1308" y="3349"/>
                  </a:cubicBezTo>
                  <a:cubicBezTo>
                    <a:pt x="1" y="6767"/>
                    <a:pt x="2554" y="10381"/>
                    <a:pt x="6151" y="10381"/>
                  </a:cubicBezTo>
                  <a:cubicBezTo>
                    <a:pt x="6250" y="10381"/>
                    <a:pt x="6349" y="10378"/>
                    <a:pt x="6450" y="10373"/>
                  </a:cubicBezTo>
                  <a:lnTo>
                    <a:pt x="3718" y="7630"/>
                  </a:lnTo>
                  <a:cubicBezTo>
                    <a:pt x="3638" y="7550"/>
                    <a:pt x="3557" y="7458"/>
                    <a:pt x="3477" y="7377"/>
                  </a:cubicBezTo>
                  <a:cubicBezTo>
                    <a:pt x="2318" y="5943"/>
                    <a:pt x="2478" y="3854"/>
                    <a:pt x="3844" y="2626"/>
                  </a:cubicBezTo>
                  <a:cubicBezTo>
                    <a:pt x="4504" y="2033"/>
                    <a:pt x="5332" y="1737"/>
                    <a:pt x="6159" y="1737"/>
                  </a:cubicBezTo>
                  <a:cubicBezTo>
                    <a:pt x="7043" y="1737"/>
                    <a:pt x="7925" y="2076"/>
                    <a:pt x="8596" y="2752"/>
                  </a:cubicBezTo>
                  <a:lnTo>
                    <a:pt x="11327" y="5484"/>
                  </a:lnTo>
                  <a:lnTo>
                    <a:pt x="11327" y="5552"/>
                  </a:lnTo>
                  <a:lnTo>
                    <a:pt x="12337" y="5552"/>
                  </a:lnTo>
                  <a:lnTo>
                    <a:pt x="12337" y="4841"/>
                  </a:lnTo>
                  <a:lnTo>
                    <a:pt x="11327" y="4841"/>
                  </a:lnTo>
                  <a:cubicBezTo>
                    <a:pt x="11247" y="3590"/>
                    <a:pt x="10708" y="2408"/>
                    <a:pt x="9824" y="1524"/>
                  </a:cubicBezTo>
                  <a:cubicBezTo>
                    <a:pt x="8787" y="487"/>
                    <a:pt x="7470" y="0"/>
                    <a:pt x="6169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63;p169">
              <a:extLst>
                <a:ext uri="{FF2B5EF4-FFF2-40B4-BE49-F238E27FC236}">
                  <a16:creationId xmlns:a16="http://schemas.microsoft.com/office/drawing/2014/main" id="{4447CF9B-C62D-7D97-7EC7-ECBB9361F299}"/>
                </a:ext>
              </a:extLst>
            </p:cNvPr>
            <p:cNvSpPr/>
            <p:nvPr/>
          </p:nvSpPr>
          <p:spPr>
            <a:xfrm>
              <a:off x="3316610" y="2429134"/>
              <a:ext cx="153043" cy="26672"/>
            </a:xfrm>
            <a:custGeom>
              <a:avLst/>
              <a:gdLst/>
              <a:ahLst/>
              <a:cxnLst/>
              <a:rect l="l" t="t" r="r" b="b"/>
              <a:pathLst>
                <a:path w="20879" h="3640" extrusionOk="0">
                  <a:moveTo>
                    <a:pt x="18628" y="1"/>
                  </a:moveTo>
                  <a:cubicBezTo>
                    <a:pt x="18043" y="1"/>
                    <a:pt x="17481" y="299"/>
                    <a:pt x="17148" y="781"/>
                  </a:cubicBezTo>
                  <a:cubicBezTo>
                    <a:pt x="16861" y="1206"/>
                    <a:pt x="16390" y="1458"/>
                    <a:pt x="15885" y="1470"/>
                  </a:cubicBezTo>
                  <a:lnTo>
                    <a:pt x="1" y="1470"/>
                  </a:lnTo>
                  <a:lnTo>
                    <a:pt x="1" y="2181"/>
                  </a:lnTo>
                  <a:lnTo>
                    <a:pt x="15885" y="2181"/>
                  </a:lnTo>
                  <a:cubicBezTo>
                    <a:pt x="16379" y="2181"/>
                    <a:pt x="16849" y="2423"/>
                    <a:pt x="17125" y="2836"/>
                  </a:cubicBezTo>
                  <a:cubicBezTo>
                    <a:pt x="17490" y="3375"/>
                    <a:pt x="18064" y="3640"/>
                    <a:pt x="18635" y="3640"/>
                  </a:cubicBezTo>
                  <a:cubicBezTo>
                    <a:pt x="19268" y="3640"/>
                    <a:pt x="19897" y="3314"/>
                    <a:pt x="20235" y="2675"/>
                  </a:cubicBezTo>
                  <a:cubicBezTo>
                    <a:pt x="20878" y="1470"/>
                    <a:pt x="20006" y="1"/>
                    <a:pt x="18628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64;p169">
              <a:extLst>
                <a:ext uri="{FF2B5EF4-FFF2-40B4-BE49-F238E27FC236}">
                  <a16:creationId xmlns:a16="http://schemas.microsoft.com/office/drawing/2014/main" id="{A33DD14A-8FDD-2C75-6A58-B1BCE96E395A}"/>
                </a:ext>
              </a:extLst>
            </p:cNvPr>
            <p:cNvSpPr/>
            <p:nvPr/>
          </p:nvSpPr>
          <p:spPr>
            <a:xfrm>
              <a:off x="3244021" y="2424598"/>
              <a:ext cx="55869" cy="55762"/>
            </a:xfrm>
            <a:custGeom>
              <a:avLst/>
              <a:gdLst/>
              <a:ahLst/>
              <a:cxnLst/>
              <a:rect l="l" t="t" r="r" b="b"/>
              <a:pathLst>
                <a:path w="7622" h="7610" extrusionOk="0">
                  <a:moveTo>
                    <a:pt x="4879" y="0"/>
                  </a:moveTo>
                  <a:lnTo>
                    <a:pt x="5074" y="194"/>
                  </a:lnTo>
                  <a:lnTo>
                    <a:pt x="5074" y="194"/>
                  </a:lnTo>
                  <a:cubicBezTo>
                    <a:pt x="5012" y="128"/>
                    <a:pt x="4947" y="63"/>
                    <a:pt x="4879" y="0"/>
                  </a:cubicBezTo>
                  <a:close/>
                  <a:moveTo>
                    <a:pt x="1" y="4878"/>
                  </a:moveTo>
                  <a:lnTo>
                    <a:pt x="1" y="4878"/>
                  </a:lnTo>
                  <a:cubicBezTo>
                    <a:pt x="64" y="4946"/>
                    <a:pt x="130" y="5011"/>
                    <a:pt x="197" y="5073"/>
                  </a:cubicBezTo>
                  <a:lnTo>
                    <a:pt x="197" y="5073"/>
                  </a:lnTo>
                  <a:lnTo>
                    <a:pt x="1" y="4878"/>
                  </a:lnTo>
                  <a:close/>
                  <a:moveTo>
                    <a:pt x="5074" y="194"/>
                  </a:moveTo>
                  <a:lnTo>
                    <a:pt x="5074" y="194"/>
                  </a:lnTo>
                  <a:cubicBezTo>
                    <a:pt x="6325" y="1543"/>
                    <a:pt x="6294" y="3657"/>
                    <a:pt x="4982" y="4970"/>
                  </a:cubicBezTo>
                  <a:cubicBezTo>
                    <a:pt x="4305" y="5647"/>
                    <a:pt x="3420" y="5983"/>
                    <a:pt x="2536" y="5983"/>
                  </a:cubicBezTo>
                  <a:cubicBezTo>
                    <a:pt x="1695" y="5983"/>
                    <a:pt x="855" y="5678"/>
                    <a:pt x="197" y="5073"/>
                  </a:cubicBezTo>
                  <a:lnTo>
                    <a:pt x="197" y="5073"/>
                  </a:lnTo>
                  <a:lnTo>
                    <a:pt x="2744" y="7609"/>
                  </a:lnTo>
                  <a:cubicBezTo>
                    <a:pt x="5349" y="7472"/>
                    <a:pt x="7438" y="5406"/>
                    <a:pt x="7622" y="2800"/>
                  </a:cubicBezTo>
                  <a:lnTo>
                    <a:pt x="7622" y="2732"/>
                  </a:lnTo>
                  <a:lnTo>
                    <a:pt x="5074" y="194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65;p169">
              <a:extLst>
                <a:ext uri="{FF2B5EF4-FFF2-40B4-BE49-F238E27FC236}">
                  <a16:creationId xmlns:a16="http://schemas.microsoft.com/office/drawing/2014/main" id="{76DFA5F6-9CA6-9956-94D2-42E2184D1A8E}"/>
                </a:ext>
              </a:extLst>
            </p:cNvPr>
            <p:cNvSpPr/>
            <p:nvPr/>
          </p:nvSpPr>
          <p:spPr>
            <a:xfrm>
              <a:off x="3233761" y="2417183"/>
              <a:ext cx="55869" cy="50618"/>
            </a:xfrm>
            <a:custGeom>
              <a:avLst/>
              <a:gdLst/>
              <a:ahLst/>
              <a:cxnLst/>
              <a:rect l="l" t="t" r="r" b="b"/>
              <a:pathLst>
                <a:path w="7622" h="6908" extrusionOk="0">
                  <a:moveTo>
                    <a:pt x="3836" y="1"/>
                  </a:moveTo>
                  <a:cubicBezTo>
                    <a:pt x="3011" y="1"/>
                    <a:pt x="2185" y="294"/>
                    <a:pt x="1527" y="886"/>
                  </a:cubicBezTo>
                  <a:cubicBezTo>
                    <a:pt x="161" y="2125"/>
                    <a:pt x="1" y="4214"/>
                    <a:pt x="1160" y="5637"/>
                  </a:cubicBezTo>
                  <a:cubicBezTo>
                    <a:pt x="1240" y="5729"/>
                    <a:pt x="1321" y="5810"/>
                    <a:pt x="1401" y="5901"/>
                  </a:cubicBezTo>
                  <a:cubicBezTo>
                    <a:pt x="2071" y="6571"/>
                    <a:pt x="2952" y="6907"/>
                    <a:pt x="3834" y="6907"/>
                  </a:cubicBezTo>
                  <a:cubicBezTo>
                    <a:pt x="4720" y="6907"/>
                    <a:pt x="5606" y="6568"/>
                    <a:pt x="6279" y="5890"/>
                  </a:cubicBezTo>
                  <a:cubicBezTo>
                    <a:pt x="7622" y="4547"/>
                    <a:pt x="7622" y="2366"/>
                    <a:pt x="6279" y="1012"/>
                  </a:cubicBezTo>
                  <a:cubicBezTo>
                    <a:pt x="5607" y="340"/>
                    <a:pt x="4722" y="1"/>
                    <a:pt x="38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66;p169">
              <a:extLst>
                <a:ext uri="{FF2B5EF4-FFF2-40B4-BE49-F238E27FC236}">
                  <a16:creationId xmlns:a16="http://schemas.microsoft.com/office/drawing/2014/main" id="{9D10C6D2-9F9C-73A2-7A7C-28B3139D3371}"/>
                </a:ext>
              </a:extLst>
            </p:cNvPr>
            <p:cNvSpPr/>
            <p:nvPr/>
          </p:nvSpPr>
          <p:spPr>
            <a:xfrm>
              <a:off x="3091763" y="2535751"/>
              <a:ext cx="136653" cy="26716"/>
            </a:xfrm>
            <a:custGeom>
              <a:avLst/>
              <a:gdLst/>
              <a:ahLst/>
              <a:cxnLst/>
              <a:rect l="l" t="t" r="r" b="b"/>
              <a:pathLst>
                <a:path w="18643" h="3646" extrusionOk="0">
                  <a:moveTo>
                    <a:pt x="1849" y="1"/>
                  </a:moveTo>
                  <a:cubicBezTo>
                    <a:pt x="927" y="1"/>
                    <a:pt x="22" y="689"/>
                    <a:pt x="15" y="1806"/>
                  </a:cubicBezTo>
                  <a:cubicBezTo>
                    <a:pt x="0" y="2936"/>
                    <a:pt x="914" y="3646"/>
                    <a:pt x="1847" y="3646"/>
                  </a:cubicBezTo>
                  <a:cubicBezTo>
                    <a:pt x="2392" y="3646"/>
                    <a:pt x="2943" y="3403"/>
                    <a:pt x="3320" y="2862"/>
                  </a:cubicBezTo>
                  <a:cubicBezTo>
                    <a:pt x="3607" y="2437"/>
                    <a:pt x="4066" y="2185"/>
                    <a:pt x="4582" y="2185"/>
                  </a:cubicBezTo>
                  <a:lnTo>
                    <a:pt x="18642" y="2185"/>
                  </a:lnTo>
                  <a:lnTo>
                    <a:pt x="18642" y="1462"/>
                  </a:lnTo>
                  <a:lnTo>
                    <a:pt x="4582" y="1462"/>
                  </a:lnTo>
                  <a:cubicBezTo>
                    <a:pt x="4077" y="1462"/>
                    <a:pt x="3618" y="1221"/>
                    <a:pt x="3343" y="807"/>
                  </a:cubicBezTo>
                  <a:cubicBezTo>
                    <a:pt x="2967" y="251"/>
                    <a:pt x="2405" y="1"/>
                    <a:pt x="1849" y="1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67;p169">
              <a:extLst>
                <a:ext uri="{FF2B5EF4-FFF2-40B4-BE49-F238E27FC236}">
                  <a16:creationId xmlns:a16="http://schemas.microsoft.com/office/drawing/2014/main" id="{55FAA208-C29C-5116-7740-3CD4BAD926C5}"/>
                </a:ext>
              </a:extLst>
            </p:cNvPr>
            <p:cNvSpPr/>
            <p:nvPr/>
          </p:nvSpPr>
          <p:spPr>
            <a:xfrm>
              <a:off x="3234603" y="2510888"/>
              <a:ext cx="101301" cy="76184"/>
            </a:xfrm>
            <a:custGeom>
              <a:avLst/>
              <a:gdLst/>
              <a:ahLst/>
              <a:cxnLst/>
              <a:rect l="l" t="t" r="r" b="b"/>
              <a:pathLst>
                <a:path w="13820" h="10397" extrusionOk="0">
                  <a:moveTo>
                    <a:pt x="8443" y="0"/>
                  </a:moveTo>
                  <a:cubicBezTo>
                    <a:pt x="5732" y="0"/>
                    <a:pt x="3459" y="2110"/>
                    <a:pt x="3283" y="4855"/>
                  </a:cubicBezTo>
                  <a:lnTo>
                    <a:pt x="0" y="4855"/>
                  </a:lnTo>
                  <a:lnTo>
                    <a:pt x="0" y="5578"/>
                  </a:lnTo>
                  <a:lnTo>
                    <a:pt x="3283" y="5578"/>
                  </a:lnTo>
                  <a:cubicBezTo>
                    <a:pt x="3471" y="8295"/>
                    <a:pt x="5743" y="10396"/>
                    <a:pt x="8441" y="10396"/>
                  </a:cubicBezTo>
                  <a:cubicBezTo>
                    <a:pt x="8546" y="10396"/>
                    <a:pt x="8651" y="10393"/>
                    <a:pt x="8758" y="10387"/>
                  </a:cubicBezTo>
                  <a:lnTo>
                    <a:pt x="6015" y="7655"/>
                  </a:lnTo>
                  <a:lnTo>
                    <a:pt x="5992" y="7632"/>
                  </a:lnTo>
                  <a:cubicBezTo>
                    <a:pt x="4672" y="6278"/>
                    <a:pt x="4683" y="4097"/>
                    <a:pt x="6038" y="2766"/>
                  </a:cubicBezTo>
                  <a:cubicBezTo>
                    <a:pt x="6708" y="2101"/>
                    <a:pt x="7586" y="1769"/>
                    <a:pt x="8465" y="1769"/>
                  </a:cubicBezTo>
                  <a:cubicBezTo>
                    <a:pt x="9348" y="1769"/>
                    <a:pt x="10231" y="2104"/>
                    <a:pt x="10904" y="2777"/>
                  </a:cubicBezTo>
                  <a:lnTo>
                    <a:pt x="13635" y="5509"/>
                  </a:lnTo>
                  <a:cubicBezTo>
                    <a:pt x="13819" y="2651"/>
                    <a:pt x="11638" y="183"/>
                    <a:pt x="8781" y="11"/>
                  </a:cubicBezTo>
                  <a:cubicBezTo>
                    <a:pt x="8667" y="4"/>
                    <a:pt x="8555" y="0"/>
                    <a:pt x="8443" y="0"/>
                  </a:cubicBezTo>
                  <a:close/>
                </a:path>
              </a:pathLst>
            </a:custGeom>
            <a:solidFill>
              <a:srgbClr val="CFD9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68;p169">
              <a:extLst>
                <a:ext uri="{FF2B5EF4-FFF2-40B4-BE49-F238E27FC236}">
                  <a16:creationId xmlns:a16="http://schemas.microsoft.com/office/drawing/2014/main" id="{A787310D-AB6B-9B7E-5465-19CC4B90589A}"/>
                </a:ext>
              </a:extLst>
            </p:cNvPr>
            <p:cNvSpPr/>
            <p:nvPr/>
          </p:nvSpPr>
          <p:spPr>
            <a:xfrm>
              <a:off x="3278765" y="2531237"/>
              <a:ext cx="55781" cy="55762"/>
            </a:xfrm>
            <a:custGeom>
              <a:avLst/>
              <a:gdLst/>
              <a:ahLst/>
              <a:cxnLst/>
              <a:rect l="l" t="t" r="r" b="b"/>
              <a:pathLst>
                <a:path w="7610" h="7610" extrusionOk="0">
                  <a:moveTo>
                    <a:pt x="4878" y="0"/>
                  </a:moveTo>
                  <a:cubicBezTo>
                    <a:pt x="6221" y="1343"/>
                    <a:pt x="6221" y="3535"/>
                    <a:pt x="4878" y="4878"/>
                  </a:cubicBezTo>
                  <a:cubicBezTo>
                    <a:pt x="4201" y="5549"/>
                    <a:pt x="3317" y="5885"/>
                    <a:pt x="2435" y="5885"/>
                  </a:cubicBezTo>
                  <a:cubicBezTo>
                    <a:pt x="1552" y="5885"/>
                    <a:pt x="672" y="5549"/>
                    <a:pt x="0" y="4878"/>
                  </a:cubicBezTo>
                  <a:lnTo>
                    <a:pt x="0" y="4878"/>
                  </a:lnTo>
                  <a:lnTo>
                    <a:pt x="2732" y="7610"/>
                  </a:lnTo>
                  <a:cubicBezTo>
                    <a:pt x="5360" y="7460"/>
                    <a:pt x="7460" y="5360"/>
                    <a:pt x="7609" y="2732"/>
                  </a:cubicBezTo>
                  <a:lnTo>
                    <a:pt x="4878" y="0"/>
                  </a:lnTo>
                  <a:close/>
                </a:path>
              </a:pathLst>
            </a:custGeom>
            <a:solidFill>
              <a:srgbClr val="869FB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69;p169">
              <a:extLst>
                <a:ext uri="{FF2B5EF4-FFF2-40B4-BE49-F238E27FC236}">
                  <a16:creationId xmlns:a16="http://schemas.microsoft.com/office/drawing/2014/main" id="{69EF1BAF-AFE1-AFD9-93D5-87339600C9CA}"/>
                </a:ext>
              </a:extLst>
            </p:cNvPr>
            <p:cNvSpPr/>
            <p:nvPr/>
          </p:nvSpPr>
          <p:spPr>
            <a:xfrm>
              <a:off x="3268754" y="2523843"/>
              <a:ext cx="54938" cy="49871"/>
            </a:xfrm>
            <a:custGeom>
              <a:avLst/>
              <a:gdLst/>
              <a:ahLst/>
              <a:cxnLst/>
              <a:rect l="l" t="t" r="r" b="b"/>
              <a:pathLst>
                <a:path w="7495" h="6806" extrusionOk="0">
                  <a:moveTo>
                    <a:pt x="3798" y="1"/>
                  </a:moveTo>
                  <a:cubicBezTo>
                    <a:pt x="2920" y="1"/>
                    <a:pt x="2042" y="333"/>
                    <a:pt x="1366" y="998"/>
                  </a:cubicBezTo>
                  <a:cubicBezTo>
                    <a:pt x="23" y="2341"/>
                    <a:pt x="0" y="4510"/>
                    <a:pt x="1332" y="5864"/>
                  </a:cubicBezTo>
                  <a:lnTo>
                    <a:pt x="1355" y="5887"/>
                  </a:lnTo>
                  <a:cubicBezTo>
                    <a:pt x="2019" y="6501"/>
                    <a:pt x="2860" y="6806"/>
                    <a:pt x="3700" y="6806"/>
                  </a:cubicBezTo>
                  <a:cubicBezTo>
                    <a:pt x="4585" y="6806"/>
                    <a:pt x="5469" y="6467"/>
                    <a:pt x="6141" y="5795"/>
                  </a:cubicBezTo>
                  <a:cubicBezTo>
                    <a:pt x="7449" y="4487"/>
                    <a:pt x="7495" y="2375"/>
                    <a:pt x="6232" y="1009"/>
                  </a:cubicBezTo>
                  <a:cubicBezTo>
                    <a:pt x="5560" y="336"/>
                    <a:pt x="4679" y="1"/>
                    <a:pt x="37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7A56C678-A8EE-5E85-0B4C-1F4AAACDC26B}"/>
              </a:ext>
            </a:extLst>
          </p:cNvPr>
          <p:cNvSpPr txBox="1"/>
          <p:nvPr/>
        </p:nvSpPr>
        <p:spPr>
          <a:xfrm>
            <a:off x="7480491" y="3725963"/>
            <a:ext cx="11128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quada One" panose="020B0604020202020204" charset="0"/>
              </a:rPr>
              <a:t>Transaction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009F82-A6ED-4162-7AB8-B87D1A4F2E89}"/>
              </a:ext>
            </a:extLst>
          </p:cNvPr>
          <p:cNvSpPr txBox="1"/>
          <p:nvPr/>
        </p:nvSpPr>
        <p:spPr>
          <a:xfrm>
            <a:off x="5555017" y="1279775"/>
            <a:ext cx="505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quada One" panose="020B0604020202020204" charset="0"/>
              </a:rPr>
              <a:t>Data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4C32B1-12BF-E029-B130-0681221160DA}"/>
              </a:ext>
            </a:extLst>
          </p:cNvPr>
          <p:cNvSpPr txBox="1"/>
          <p:nvPr/>
        </p:nvSpPr>
        <p:spPr>
          <a:xfrm>
            <a:off x="4702257" y="3741407"/>
            <a:ext cx="8071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quada One" panose="020B0604020202020204" charset="0"/>
              </a:rPr>
              <a:t>Internet Access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0ECC82-C383-5AEA-5F31-0BFF6F07446E}"/>
              </a:ext>
            </a:extLst>
          </p:cNvPr>
          <p:cNvSpPr txBox="1"/>
          <p:nvPr/>
        </p:nvSpPr>
        <p:spPr>
          <a:xfrm>
            <a:off x="6538772" y="1159719"/>
            <a:ext cx="134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quada One" panose="020B0604020202020204" charset="0"/>
              </a:rPr>
              <a:t>Communication Technology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CC2D9E-7677-022E-C4C1-2A706A82B79A}"/>
              </a:ext>
            </a:extLst>
          </p:cNvPr>
          <p:cNvSpPr txBox="1"/>
          <p:nvPr/>
        </p:nvSpPr>
        <p:spPr>
          <a:xfrm>
            <a:off x="3918624" y="1156117"/>
            <a:ext cx="959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quada One" panose="020B0604020202020204" charset="0"/>
              </a:rPr>
              <a:t>Hardware &amp; Software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0C45A6-2A23-7524-2102-EC281CE4C711}"/>
              </a:ext>
            </a:extLst>
          </p:cNvPr>
          <p:cNvSpPr txBox="1"/>
          <p:nvPr/>
        </p:nvSpPr>
        <p:spPr>
          <a:xfrm>
            <a:off x="5864545" y="3746849"/>
            <a:ext cx="13484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Squada One" panose="020B0604020202020204" charset="0"/>
              </a:rPr>
              <a:t>The Cloud </a:t>
            </a:r>
          </a:p>
        </p:txBody>
      </p:sp>
      <p:pic>
        <p:nvPicPr>
          <p:cNvPr id="50" name="Picture 49" descr="A blue circle with arrows pointing to a dollar sign&#10;&#10;Description automatically generated">
            <a:extLst>
              <a:ext uri="{FF2B5EF4-FFF2-40B4-BE49-F238E27FC236}">
                <a16:creationId xmlns:a16="http://schemas.microsoft.com/office/drawing/2014/main" id="{68F15CD1-AC83-53B2-D5A3-665C9D5CA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0155" y="4054626"/>
            <a:ext cx="420002" cy="420002"/>
          </a:xfrm>
          <a:prstGeom prst="rect">
            <a:avLst/>
          </a:prstGeom>
        </p:spPr>
      </p:pic>
      <p:pic>
        <p:nvPicPr>
          <p:cNvPr id="52" name="Picture 51" descr="A blue and black cloud&#10;&#10;Description automatically generated">
            <a:extLst>
              <a:ext uri="{FF2B5EF4-FFF2-40B4-BE49-F238E27FC236}">
                <a16:creationId xmlns:a16="http://schemas.microsoft.com/office/drawing/2014/main" id="{B9106B01-FB74-00D6-77CD-7164E29A0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99" y="3983480"/>
            <a:ext cx="611346" cy="611346"/>
          </a:xfrm>
          <a:prstGeom prst="rect">
            <a:avLst/>
          </a:prstGeom>
        </p:spPr>
      </p:pic>
      <p:pic>
        <p:nvPicPr>
          <p:cNvPr id="56" name="Picture 55" descr="A blue wifi symbol on a black background&#10;&#10;Description automatically generated">
            <a:extLst>
              <a:ext uri="{FF2B5EF4-FFF2-40B4-BE49-F238E27FC236}">
                <a16:creationId xmlns:a16="http://schemas.microsoft.com/office/drawing/2014/main" id="{E510397B-F2D8-552B-7D89-5D08EA30B1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0230" y="4156696"/>
            <a:ext cx="571210" cy="571210"/>
          </a:xfrm>
          <a:prstGeom prst="rect">
            <a:avLst/>
          </a:prstGeom>
        </p:spPr>
      </p:pic>
      <p:pic>
        <p:nvPicPr>
          <p:cNvPr id="58" name="Picture 57" descr="A blue and white chat bubbles&#10;&#10;Description automatically generated">
            <a:extLst>
              <a:ext uri="{FF2B5EF4-FFF2-40B4-BE49-F238E27FC236}">
                <a16:creationId xmlns:a16="http://schemas.microsoft.com/office/drawing/2014/main" id="{1858BAC0-14CD-F634-992B-19C3C79457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0399" y="690063"/>
            <a:ext cx="485197" cy="485197"/>
          </a:xfrm>
          <a:prstGeom prst="rect">
            <a:avLst/>
          </a:prstGeom>
        </p:spPr>
      </p:pic>
      <p:pic>
        <p:nvPicPr>
          <p:cNvPr id="60" name="Picture 59" descr="A green logo on a black background&#10;&#10;Description automatically generated">
            <a:extLst>
              <a:ext uri="{FF2B5EF4-FFF2-40B4-BE49-F238E27FC236}">
                <a16:creationId xmlns:a16="http://schemas.microsoft.com/office/drawing/2014/main" id="{0CB1C31D-B9C8-96DE-385F-24B307A447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245" y="611604"/>
            <a:ext cx="1147278" cy="860956"/>
          </a:xfrm>
          <a:prstGeom prst="rect">
            <a:avLst/>
          </a:prstGeom>
        </p:spPr>
      </p:pic>
      <p:pic>
        <p:nvPicPr>
          <p:cNvPr id="62" name="Picture 61" descr="A computer logo with a computer screen&#10;&#10;Description automatically generated">
            <a:extLst>
              <a:ext uri="{FF2B5EF4-FFF2-40B4-BE49-F238E27FC236}">
                <a16:creationId xmlns:a16="http://schemas.microsoft.com/office/drawing/2014/main" id="{3CDAE950-BBAA-1B2D-457A-78615285D45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30293"/>
          <a:stretch/>
        </p:blipFill>
        <p:spPr>
          <a:xfrm>
            <a:off x="3940069" y="499263"/>
            <a:ext cx="896773" cy="6251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64"/>
          <p:cNvSpPr/>
          <p:nvPr/>
        </p:nvSpPr>
        <p:spPr>
          <a:xfrm>
            <a:off x="9450275" y="983200"/>
            <a:ext cx="380400" cy="670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4E8C36-58C8-8CD1-EC04-8D6A67C49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-293120" y="231860"/>
            <a:ext cx="8064000" cy="670500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Finnish ICT Companies​</a:t>
            </a:r>
          </a:p>
        </p:txBody>
      </p:sp>
      <p:pic>
        <p:nvPicPr>
          <p:cNvPr id="5" name="Picture 4" descr="A blue and white flag&#10;&#10;Description automatically generated">
            <a:extLst>
              <a:ext uri="{FF2B5EF4-FFF2-40B4-BE49-F238E27FC236}">
                <a16:creationId xmlns:a16="http://schemas.microsoft.com/office/drawing/2014/main" id="{5EFCA3B1-263F-1AF0-212A-029534DEB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8360" y="231860"/>
            <a:ext cx="1361440" cy="832180"/>
          </a:xfrm>
          <a:prstGeom prst="rect">
            <a:avLst/>
          </a:prstGeom>
        </p:spPr>
      </p:pic>
      <p:pic>
        <p:nvPicPr>
          <p:cNvPr id="7" name="Picture 6" descr="A blue and black logo&#10;&#10;Description automatically generated">
            <a:extLst>
              <a:ext uri="{FF2B5EF4-FFF2-40B4-BE49-F238E27FC236}">
                <a16:creationId xmlns:a16="http://schemas.microsoft.com/office/drawing/2014/main" id="{531F01AB-F852-44B1-BD51-BB507CAC9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684" y="3088929"/>
            <a:ext cx="1747520" cy="982980"/>
          </a:xfrm>
          <a:prstGeom prst="rect">
            <a:avLst/>
          </a:prstGeom>
        </p:spPr>
      </p:pic>
      <p:pic>
        <p:nvPicPr>
          <p:cNvPr id="11" name="Picture 10" descr="A blue logo on a black background&#10;&#10;Description automatically generated">
            <a:extLst>
              <a:ext uri="{FF2B5EF4-FFF2-40B4-BE49-F238E27FC236}">
                <a16:creationId xmlns:a16="http://schemas.microsoft.com/office/drawing/2014/main" id="{915F1E9E-1B7E-A367-0FD8-627F5F36FE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543" b="18321"/>
          <a:stretch/>
        </p:blipFill>
        <p:spPr>
          <a:xfrm>
            <a:off x="1792792" y="1485363"/>
            <a:ext cx="1747520" cy="1120777"/>
          </a:xfrm>
          <a:prstGeom prst="rect">
            <a:avLst/>
          </a:prstGeom>
        </p:spPr>
      </p:pic>
      <p:pic>
        <p:nvPicPr>
          <p:cNvPr id="13" name="Picture 12" descr="A blue and white sign with white letters on it&#10;&#10;Description automatically generated">
            <a:extLst>
              <a:ext uri="{FF2B5EF4-FFF2-40B4-BE49-F238E27FC236}">
                <a16:creationId xmlns:a16="http://schemas.microsoft.com/office/drawing/2014/main" id="{5DD7451F-CBFF-6586-3192-8844E36D4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1595" y="1653700"/>
            <a:ext cx="1518386" cy="784104"/>
          </a:xfrm>
          <a:prstGeom prst="rect">
            <a:avLst/>
          </a:prstGeom>
        </p:spPr>
      </p:pic>
      <p:pic>
        <p:nvPicPr>
          <p:cNvPr id="15" name="Picture 14" descr="A black outline of a penguin&#10;&#10;Description automatically generated">
            <a:extLst>
              <a:ext uri="{FF2B5EF4-FFF2-40B4-BE49-F238E27FC236}">
                <a16:creationId xmlns:a16="http://schemas.microsoft.com/office/drawing/2014/main" id="{306694D1-1AF8-8819-6C9F-2D7F3445F8F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007DC5"/>
              </a:clrFrom>
              <a:clrTo>
                <a:srgbClr val="007DC5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31545" y="2916005"/>
            <a:ext cx="1019376" cy="104207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7FBDE18-CABE-11C5-B49D-AC4BADA1B43D}"/>
              </a:ext>
            </a:extLst>
          </p:cNvPr>
          <p:cNvSpPr txBox="1"/>
          <p:nvPr/>
        </p:nvSpPr>
        <p:spPr>
          <a:xfrm>
            <a:off x="5694767" y="4000501"/>
            <a:ext cx="114808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“Linux”</a:t>
            </a:r>
          </a:p>
        </p:txBody>
      </p:sp>
    </p:spTree>
    <p:extLst>
      <p:ext uri="{BB962C8B-B14F-4D97-AF65-F5344CB8AC3E}">
        <p14:creationId xmlns:p14="http://schemas.microsoft.com/office/powerpoint/2010/main" val="3021411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64"/>
          <p:cNvSpPr/>
          <p:nvPr/>
        </p:nvSpPr>
        <p:spPr>
          <a:xfrm>
            <a:off x="9450275" y="983200"/>
            <a:ext cx="380400" cy="6705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DAFEB7-B9EE-244F-ACFD-A55FD8738E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flipH="1">
            <a:off x="540000" y="125980"/>
            <a:ext cx="8064000" cy="6705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 descr="A black apple logo on a black background&#10;&#10;Description automatically generated">
            <a:extLst>
              <a:ext uri="{FF2B5EF4-FFF2-40B4-BE49-F238E27FC236}">
                <a16:creationId xmlns:a16="http://schemas.microsoft.com/office/drawing/2014/main" id="{738DC295-012B-1239-11C1-B23C6F267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900" y="1398678"/>
            <a:ext cx="2179955" cy="1213617"/>
          </a:xfrm>
          <a:prstGeom prst="rect">
            <a:avLst/>
          </a:prstGeom>
        </p:spPr>
      </p:pic>
      <p:pic>
        <p:nvPicPr>
          <p:cNvPr id="7" name="Picture 6" descr="A group of squares with different colors&#10;&#10;Description automatically generated">
            <a:extLst>
              <a:ext uri="{FF2B5EF4-FFF2-40B4-BE49-F238E27FC236}">
                <a16:creationId xmlns:a16="http://schemas.microsoft.com/office/drawing/2014/main" id="{E0B36066-26AB-E965-F4FC-B920590592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196" y="1699499"/>
            <a:ext cx="805144" cy="805144"/>
          </a:xfrm>
          <a:prstGeom prst="rect">
            <a:avLst/>
          </a:prstGeom>
        </p:spPr>
      </p:pic>
      <p:pic>
        <p:nvPicPr>
          <p:cNvPr id="9" name="Picture 8" descr="A green and black logo&#10;&#10;Description automatically generated">
            <a:extLst>
              <a:ext uri="{FF2B5EF4-FFF2-40B4-BE49-F238E27FC236}">
                <a16:creationId xmlns:a16="http://schemas.microsoft.com/office/drawing/2014/main" id="{B0EFC03F-A3B2-6167-3DE1-73A382FB4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533" y="1265693"/>
            <a:ext cx="2836387" cy="1570200"/>
          </a:xfrm>
          <a:prstGeom prst="rect">
            <a:avLst/>
          </a:prstGeom>
        </p:spPr>
      </p:pic>
      <p:pic>
        <p:nvPicPr>
          <p:cNvPr id="11" name="Picture 10" descr="A colorful letter g&#10;&#10;Description automatically generated">
            <a:extLst>
              <a:ext uri="{FF2B5EF4-FFF2-40B4-BE49-F238E27FC236}">
                <a16:creationId xmlns:a16="http://schemas.microsoft.com/office/drawing/2014/main" id="{8393ADD9-12E2-C5D5-62A3-A30356BDD5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767" y="1642491"/>
            <a:ext cx="969804" cy="969804"/>
          </a:xfrm>
          <a:prstGeom prst="rect">
            <a:avLst/>
          </a:prstGeom>
        </p:spPr>
      </p:pic>
      <p:pic>
        <p:nvPicPr>
          <p:cNvPr id="13" name="Picture 12" descr="A blue and black logo&#10;&#10;Description automatically generated">
            <a:extLst>
              <a:ext uri="{FF2B5EF4-FFF2-40B4-BE49-F238E27FC236}">
                <a16:creationId xmlns:a16="http://schemas.microsoft.com/office/drawing/2014/main" id="{7246176E-F152-14A9-5BE9-6E3DEF17AC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6448" y="2692423"/>
            <a:ext cx="2157540" cy="1213617"/>
          </a:xfrm>
          <a:prstGeom prst="rect">
            <a:avLst/>
          </a:prstGeom>
        </p:spPr>
      </p:pic>
      <p:pic>
        <p:nvPicPr>
          <p:cNvPr id="19" name="Picture 18" descr="A blue and black logo&#10;&#10;Description automatically generated">
            <a:extLst>
              <a:ext uri="{FF2B5EF4-FFF2-40B4-BE49-F238E27FC236}">
                <a16:creationId xmlns:a16="http://schemas.microsoft.com/office/drawing/2014/main" id="{D65EF87B-C051-7654-49FA-69AB7164F3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1196" y="3138790"/>
            <a:ext cx="1618830" cy="537743"/>
          </a:xfrm>
          <a:prstGeom prst="rect">
            <a:avLst/>
          </a:prstGeom>
        </p:spPr>
      </p:pic>
      <p:pic>
        <p:nvPicPr>
          <p:cNvPr id="4" name="Picture 3" descr="A blue and black striped logo&#10;&#10;Description automatically generated">
            <a:extLst>
              <a:ext uri="{FF2B5EF4-FFF2-40B4-BE49-F238E27FC236}">
                <a16:creationId xmlns:a16="http://schemas.microsoft.com/office/drawing/2014/main" id="{02BEAA18-8B95-8E9F-9896-0D9C14BD84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34474" y="3052947"/>
            <a:ext cx="1767526" cy="70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2068"/>
      </p:ext>
    </p:extLst>
  </p:cSld>
  <p:clrMapOvr>
    <a:masterClrMapping/>
  </p:clrMapOvr>
</p:sld>
</file>

<file path=ppt/theme/theme1.xml><?xml version="1.0" encoding="utf-8"?>
<a:theme xmlns:a="http://schemas.openxmlformats.org/drawingml/2006/main" name="Tech Startup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8D3CE"/>
      </a:accent1>
      <a:accent2>
        <a:srgbClr val="423864"/>
      </a:accent2>
      <a:accent3>
        <a:srgbClr val="78909C"/>
      </a:accent3>
      <a:accent4>
        <a:srgbClr val="88D3CE"/>
      </a:accent4>
      <a:accent5>
        <a:srgbClr val="0097A7"/>
      </a:accent5>
      <a:accent6>
        <a:srgbClr val="423864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66</Words>
  <Application>Microsoft Office PowerPoint</Application>
  <PresentationFormat>On-screen Show (16:9)</PresentationFormat>
  <Paragraphs>14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Livvic</vt:lpstr>
      <vt:lpstr>Roboto Condensed Light</vt:lpstr>
      <vt:lpstr>Squada One</vt:lpstr>
      <vt:lpstr>Times New Roman</vt:lpstr>
      <vt:lpstr>Tech Startup XL by Slidesgo</vt:lpstr>
      <vt:lpstr>All about “ICT”</vt:lpstr>
      <vt:lpstr>PowerPoint Presentation</vt:lpstr>
      <vt:lpstr>PowerPoint Presentation</vt:lpstr>
      <vt:lpstr>Finnish ICT Companies​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Uunii</dc:creator>
  <cp:lastModifiedBy>Unubold Luvsandagva</cp:lastModifiedBy>
  <cp:revision>5</cp:revision>
  <dcterms:modified xsi:type="dcterms:W3CDTF">2024-09-09T07:08:12Z</dcterms:modified>
</cp:coreProperties>
</file>