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2400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2T15:47:18.531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562 0,'-4'3,"0"-1,0 0,0-1,0 1,-8 1,-32 7,-71 7,96-15,-14 3,17-3,1 0,-18 0,5-2,0 2,1 0,-42 9,-27 8,90-18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2T15:47:19.08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386 1,'-3'0,"-1"1,1 0,0 0,0 1,0-1,0 1,0-1,-3 3,-13 6,-116 42,112-43,0 0,-42 10,4-2,39-9,16-6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7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5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45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7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6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2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4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9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738CF-6174-4329-9857-842F4BC4569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DA511-737B-4813-8242-7BDDA3B4F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E9A32A-5A3F-8043-AF3F-92A9B371D949}"/>
              </a:ext>
            </a:extLst>
          </p:cNvPr>
          <p:cNvSpPr/>
          <p:nvPr/>
        </p:nvSpPr>
        <p:spPr>
          <a:xfrm>
            <a:off x="2026563" y="336712"/>
            <a:ext cx="2721428" cy="849086"/>
          </a:xfrm>
          <a:prstGeom prst="roundRect">
            <a:avLst/>
          </a:prstGeom>
          <a:gradFill flip="none" rotWithShape="1">
            <a:gsLst>
              <a:gs pos="11000">
                <a:schemeClr val="accent5">
                  <a:lumMod val="60000"/>
                  <a:lumOff val="40000"/>
                </a:schemeClr>
              </a:gs>
              <a:gs pos="91000">
                <a:srgbClr val="0070C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NextGen-Tech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endParaRPr lang="en-US" sz="3200" dirty="0">
              <a:solidFill>
                <a:schemeClr val="bg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pic>
        <p:nvPicPr>
          <p:cNvPr id="1030" name="Picture 6" descr="Embedded 5G antennas for small devices - Antenova">
            <a:extLst>
              <a:ext uri="{FF2B5EF4-FFF2-40B4-BE49-F238E27FC236}">
                <a16:creationId xmlns:a16="http://schemas.microsoft.com/office/drawing/2014/main" id="{B2E25896-8719-F1B5-8BE5-D477A572E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18"/>
          <a:stretch/>
        </p:blipFill>
        <p:spPr bwMode="auto">
          <a:xfrm>
            <a:off x="5165952" y="129631"/>
            <a:ext cx="2252003" cy="25916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D05A43-4B60-F84B-D108-CF7EA5D613F8}"/>
                  </a:ext>
                </a:extLst>
              </p14:cNvPr>
              <p14:cNvContentPartPr/>
              <p14:nvPr/>
            </p14:nvContentPartPr>
            <p14:xfrm>
              <a:off x="3311267" y="3395053"/>
              <a:ext cx="202320" cy="32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D05A43-4B60-F84B-D108-CF7EA5D613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7627" y="3287053"/>
                <a:ext cx="3099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9DB1EA0-ADD9-F324-3AC6-337BD189CC4E}"/>
                  </a:ext>
                </a:extLst>
              </p14:cNvPr>
              <p14:cNvContentPartPr/>
              <p14:nvPr/>
            </p14:nvContentPartPr>
            <p14:xfrm>
              <a:off x="3364187" y="3401173"/>
              <a:ext cx="138960" cy="50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9DB1EA0-ADD9-F324-3AC6-337BD189CC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0547" y="3293533"/>
                <a:ext cx="246600" cy="266040"/>
              </a:xfrm>
              <a:prstGeom prst="rect">
                <a:avLst/>
              </a:prstGeom>
            </p:spPr>
          </p:pic>
        </mc:Fallback>
      </mc:AlternateContent>
      <p:pic>
        <p:nvPicPr>
          <p:cNvPr id="1034" name="Picture 10" descr="Revolutionizing Surgical Robotics to Improve Patient Outcomes">
            <a:extLst>
              <a:ext uri="{FF2B5EF4-FFF2-40B4-BE49-F238E27FC236}">
                <a16:creationId xmlns:a16="http://schemas.microsoft.com/office/drawing/2014/main" id="{CA436341-5B93-E499-A7B6-B464282BC4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4" r="13287"/>
          <a:stretch/>
        </p:blipFill>
        <p:spPr bwMode="auto">
          <a:xfrm>
            <a:off x="3703630" y="2390529"/>
            <a:ext cx="2570170" cy="21220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54678F9-2FB2-273A-5999-3BFE0C524A48}"/>
              </a:ext>
            </a:extLst>
          </p:cNvPr>
          <p:cNvSpPr/>
          <p:nvPr/>
        </p:nvSpPr>
        <p:spPr>
          <a:xfrm>
            <a:off x="2578100" y="11125200"/>
            <a:ext cx="3949700" cy="734786"/>
          </a:xfrm>
          <a:prstGeom prst="roundRect">
            <a:avLst/>
          </a:prstGeom>
          <a:gradFill flip="none" rotWithShape="1">
            <a:gsLst>
              <a:gs pos="11000">
                <a:srgbClr val="7030A0"/>
              </a:gs>
              <a:gs pos="100000">
                <a:srgbClr val="0070C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0DCC7B-6FE4-A7E3-6C9A-14259F1FF404}"/>
              </a:ext>
            </a:extLst>
          </p:cNvPr>
          <p:cNvSpPr txBox="1"/>
          <p:nvPr/>
        </p:nvSpPr>
        <p:spPr>
          <a:xfrm>
            <a:off x="2634308" y="11169427"/>
            <a:ext cx="421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Unubold.luvsandagva@student.lab.fi</a:t>
            </a:r>
          </a:p>
          <a:p>
            <a:r>
              <a:rPr lang="en-US" dirty="0">
                <a:solidFill>
                  <a:schemeClr val="bg1"/>
                </a:solidFill>
              </a:rPr>
              <a:t>+358 0413689704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359FAF8-3554-BA87-3DCC-5C0E86FF4F1E}"/>
              </a:ext>
            </a:extLst>
          </p:cNvPr>
          <p:cNvSpPr/>
          <p:nvPr/>
        </p:nvSpPr>
        <p:spPr>
          <a:xfrm>
            <a:off x="288477" y="5093887"/>
            <a:ext cx="6197600" cy="2273300"/>
          </a:xfrm>
          <a:prstGeom prst="roundRect">
            <a:avLst/>
          </a:prstGeom>
          <a:gradFill flip="none" rotWithShape="1">
            <a:gsLst>
              <a:gs pos="19000">
                <a:srgbClr val="7030A0"/>
              </a:gs>
              <a:gs pos="100000">
                <a:srgbClr val="0070C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Mobile 5G Cell Towers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Real–Time 5G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Advanced Robotic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Haptic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Global Access to Expert Surgeons</a:t>
            </a:r>
            <a:endParaRPr lang="en-US" sz="1600" dirty="0">
              <a:latin typeface="Lucida Console" panose="020B060904050402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EB605C-07C1-A770-E314-C6C4711A7493}"/>
              </a:ext>
            </a:extLst>
          </p:cNvPr>
          <p:cNvSpPr txBox="1"/>
          <p:nvPr/>
        </p:nvSpPr>
        <p:spPr>
          <a:xfrm>
            <a:off x="265119" y="1487219"/>
            <a:ext cx="49192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Lucida Console" panose="020B0609040504020204" pitchFamily="49" charset="0"/>
                <a:ea typeface="ADLaM Display" panose="02010000000000000000" pitchFamily="2" charset="0"/>
                <a:cs typeface="ADLaM Display" panose="02010000000000000000" pitchFamily="2" charset="0"/>
              </a:rPr>
              <a:t>Remote-surgery </a:t>
            </a:r>
          </a:p>
          <a:p>
            <a:r>
              <a:rPr lang="en-US" sz="4000" dirty="0">
                <a:solidFill>
                  <a:schemeClr val="bg1"/>
                </a:solidFill>
                <a:latin typeface="Lucida Console" panose="020B0609040504020204" pitchFamily="49" charset="0"/>
                <a:ea typeface="ADLaM Display" panose="02010000000000000000" pitchFamily="2" charset="0"/>
                <a:cs typeface="ADLaM Display" panose="02010000000000000000" pitchFamily="2" charset="0"/>
              </a:rPr>
              <a:t>Hardware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BC43F8-A9DB-28AC-DE9D-635A1F0E3BD4}"/>
              </a:ext>
            </a:extLst>
          </p:cNvPr>
          <p:cNvSpPr txBox="1"/>
          <p:nvPr/>
        </p:nvSpPr>
        <p:spPr>
          <a:xfrm>
            <a:off x="330200" y="3261778"/>
            <a:ext cx="2738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Revolutionizing Surgery with 5G Technology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F2B1A6-3869-0882-AC5E-1DF12ADD3A45}"/>
              </a:ext>
            </a:extLst>
          </p:cNvPr>
          <p:cNvSpPr txBox="1"/>
          <p:nvPr/>
        </p:nvSpPr>
        <p:spPr>
          <a:xfrm>
            <a:off x="482600" y="546794"/>
            <a:ext cx="398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Introducing</a:t>
            </a:r>
          </a:p>
        </p:txBody>
      </p:sp>
      <p:pic>
        <p:nvPicPr>
          <p:cNvPr id="61" name="Graphic 60" descr="Earth globe: Americas with solid fill">
            <a:extLst>
              <a:ext uri="{FF2B5EF4-FFF2-40B4-BE49-F238E27FC236}">
                <a16:creationId xmlns:a16="http://schemas.microsoft.com/office/drawing/2014/main" id="{95895E99-19F3-68FA-7476-A41010CDD1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579" y="7547081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A382069-3DCD-1F59-BBB7-54241763C261}"/>
              </a:ext>
            </a:extLst>
          </p:cNvPr>
          <p:cNvSpPr txBox="1"/>
          <p:nvPr/>
        </p:nvSpPr>
        <p:spPr>
          <a:xfrm>
            <a:off x="1178609" y="7804226"/>
            <a:ext cx="6197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Bridging the Gap Between Expertise &amp; Patients</a:t>
            </a:r>
          </a:p>
        </p:txBody>
      </p:sp>
      <p:pic>
        <p:nvPicPr>
          <p:cNvPr id="1025" name="Picture 1024" descr="A cartoon character with a stethoscope&#10;&#10;Description automatically generated">
            <a:extLst>
              <a:ext uri="{FF2B5EF4-FFF2-40B4-BE49-F238E27FC236}">
                <a16:creationId xmlns:a16="http://schemas.microsoft.com/office/drawing/2014/main" id="{80365FCF-40E3-4533-3CFF-D454265D19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309703" y="8266085"/>
            <a:ext cx="5013333" cy="3559213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6F247AE2-C922-D7A7-0E61-71BDB57F8DCA}"/>
              </a:ext>
            </a:extLst>
          </p:cNvPr>
          <p:cNvSpPr txBox="1"/>
          <p:nvPr/>
        </p:nvSpPr>
        <p:spPr>
          <a:xfrm>
            <a:off x="361502" y="4530706"/>
            <a:ext cx="209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We Offer:</a:t>
            </a:r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AF2B5DFA-69DE-37EB-B3FD-13228F26135E}"/>
              </a:ext>
            </a:extLst>
          </p:cNvPr>
          <p:cNvSpPr/>
          <p:nvPr/>
        </p:nvSpPr>
        <p:spPr>
          <a:xfrm>
            <a:off x="2568130" y="8769119"/>
            <a:ext cx="3893493" cy="1745655"/>
          </a:xfrm>
          <a:prstGeom prst="round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70C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As 5G technology transforming remote surgery, we provide the connectivity and precision from expert to patients</a:t>
            </a:r>
          </a:p>
        </p:txBody>
      </p:sp>
    </p:spTree>
    <p:extLst>
      <p:ext uri="{BB962C8B-B14F-4D97-AF65-F5344CB8AC3E}">
        <p14:creationId xmlns:p14="http://schemas.microsoft.com/office/powerpoint/2010/main" val="241604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67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UI Gothic</vt:lpstr>
      <vt:lpstr>Aptos</vt:lpstr>
      <vt:lpstr>Aptos Display</vt:lpstr>
      <vt:lpstr>Arial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Uunii Luu</dc:creator>
  <cp:lastModifiedBy>Uunii Luu</cp:lastModifiedBy>
  <cp:revision>2</cp:revision>
  <dcterms:created xsi:type="dcterms:W3CDTF">2025-02-02T14:12:24Z</dcterms:created>
  <dcterms:modified xsi:type="dcterms:W3CDTF">2025-02-02T16:16:37Z</dcterms:modified>
</cp:coreProperties>
</file>