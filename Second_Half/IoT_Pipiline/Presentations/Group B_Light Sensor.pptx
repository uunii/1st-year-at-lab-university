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Advent Pro SemiBold"/>
      <p:regular r:id="rId11"/>
      <p:bold r:id="rId12"/>
      <p:italic r:id="rId13"/>
      <p:boldItalic r:id="rId14"/>
    </p:embeddedFont>
    <p:embeddedFont>
      <p:font typeface="Fira Sans Extra Condensed Medium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  <p:embeddedFont>
      <p:font typeface="Share Tech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w9CqdfhmmJ2JPNpHcx/0aUms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font" Target="fonts/AdventProSemiBold-regular.fntdata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hareTech-regular.fntdata"/><Relationship Id="rId13" Type="http://schemas.openxmlformats.org/officeDocument/2006/relationships/font" Target="fonts/AdventProSemiBold-italic.fntdata"/><Relationship Id="rId12" Type="http://schemas.openxmlformats.org/officeDocument/2006/relationships/font" Target="fonts/AdventPro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SansExtraCondensedMedium-regular.fntdata"/><Relationship Id="rId14" Type="http://schemas.openxmlformats.org/officeDocument/2006/relationships/font" Target="fonts/AdventProSemiBold-boldItalic.fntdata"/><Relationship Id="rId17" Type="http://schemas.openxmlformats.org/officeDocument/2006/relationships/font" Target="fonts/FiraSansExtraCondensedMedium-italic.fntdata"/><Relationship Id="rId16" Type="http://schemas.openxmlformats.org/officeDocument/2006/relationships/font" Target="fonts/FiraSansExtraCondensedMedium-bold.fntdata"/><Relationship Id="rId5" Type="http://schemas.openxmlformats.org/officeDocument/2006/relationships/slide" Target="slides/slide1.xml"/><Relationship Id="rId19" Type="http://schemas.openxmlformats.org/officeDocument/2006/relationships/font" Target="fonts/MavenPro-regular.fntdata"/><Relationship Id="rId6" Type="http://schemas.openxmlformats.org/officeDocument/2006/relationships/slide" Target="slides/slide2.xml"/><Relationship Id="rId18" Type="http://schemas.openxmlformats.org/officeDocument/2006/relationships/font" Target="fonts/FiraSansExtraCondensed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10" name="Google Shape;10;p8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12" name="Google Shape;12;p8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6" name="Google Shape;26;p9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9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9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9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9"/>
          <p:cNvGrpSpPr/>
          <p:nvPr/>
        </p:nvGrpSpPr>
        <p:grpSpPr>
          <a:xfrm>
            <a:off x="8148521" y="3004593"/>
            <a:ext cx="98059" cy="1147595"/>
            <a:chOff x="3347921" y="16006"/>
            <a:chExt cx="98059" cy="1147595"/>
          </a:xfrm>
        </p:grpSpPr>
        <p:sp>
          <p:nvSpPr>
            <p:cNvPr id="32" name="Google Shape;32;p9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9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34;p9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35" name="Google Shape;35;p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" name="Google Shape;37;p9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38" name="Google Shape;38;p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9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" name="Google Shape;44;p10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0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6" name="Google Shape;66;p11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8" name="Google Shape;7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b="0" i="0" sz="18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398376" y="1993900"/>
            <a:ext cx="4727575" cy="5778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6000">
                <a:solidFill>
                  <a:schemeClr val="lt1"/>
                </a:solidFill>
              </a:rPr>
              <a:t> Light Sensors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0" y="3468227"/>
            <a:ext cx="219365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Members: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1.Unubold Luvsandagva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2.Rabindra Dhakal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3.Anil Koiri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4.Jyoti K C Basnet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896635" y="3694425"/>
            <a:ext cx="21187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5.Xing Ji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6.Kamrujjaman Sabuj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7.Al Dhruba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8.Md Khan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061340" y="3694425"/>
            <a:ext cx="2296779" cy="698683"/>
          </a:xfrm>
          <a:prstGeom prst="flowChartAlternateProcess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“B”</a:t>
            </a:r>
            <a:endParaRPr/>
          </a:p>
        </p:txBody>
      </p:sp>
      <p:pic>
        <p:nvPicPr>
          <p:cNvPr descr="Sun with solid fill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1626" y="164838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bulb with solid fill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8560" y="164390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629105" y="527275"/>
            <a:ext cx="3419775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Photoresistive sensor</a:t>
            </a:r>
            <a:endParaRPr/>
          </a:p>
        </p:txBody>
      </p:sp>
      <p:grpSp>
        <p:nvGrpSpPr>
          <p:cNvPr id="97" name="Google Shape;97;p2"/>
          <p:cNvGrpSpPr/>
          <p:nvPr/>
        </p:nvGrpSpPr>
        <p:grpSpPr>
          <a:xfrm>
            <a:off x="4834661" y="989482"/>
            <a:ext cx="2851442" cy="3213988"/>
            <a:chOff x="2501950" y="1507050"/>
            <a:chExt cx="2392350" cy="2696525"/>
          </a:xfrm>
        </p:grpSpPr>
        <p:sp>
          <p:nvSpPr>
            <p:cNvPr id="98" name="Google Shape;98;p2"/>
            <p:cNvSpPr/>
            <p:nvPr/>
          </p:nvSpPr>
          <p:spPr>
            <a:xfrm>
              <a:off x="4032450" y="3778325"/>
              <a:ext cx="0" cy="25"/>
            </a:xfrm>
            <a:custGeom>
              <a:rect b="b" l="l" r="r" t="t"/>
              <a:pathLst>
                <a:path extrusionOk="0" h="1" w="120000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720475" y="1507050"/>
              <a:ext cx="2173825" cy="2696525"/>
            </a:xfrm>
            <a:custGeom>
              <a:rect b="b" l="l" r="r" t="t"/>
              <a:pathLst>
                <a:path extrusionOk="0" h="107861" w="86953">
                  <a:moveTo>
                    <a:pt x="81393" y="927"/>
                  </a:moveTo>
                  <a:cubicBezTo>
                    <a:pt x="83963" y="927"/>
                    <a:pt x="86043" y="3008"/>
                    <a:pt x="86043" y="5577"/>
                  </a:cubicBezTo>
                  <a:lnTo>
                    <a:pt x="86043" y="102284"/>
                  </a:lnTo>
                  <a:cubicBezTo>
                    <a:pt x="86043" y="104854"/>
                    <a:pt x="83963" y="106934"/>
                    <a:pt x="81393" y="106934"/>
                  </a:cubicBezTo>
                  <a:lnTo>
                    <a:pt x="5559" y="106934"/>
                  </a:lnTo>
                  <a:cubicBezTo>
                    <a:pt x="2989" y="106934"/>
                    <a:pt x="909" y="104854"/>
                    <a:pt x="909" y="102284"/>
                  </a:cubicBezTo>
                  <a:lnTo>
                    <a:pt x="909" y="5577"/>
                  </a:lnTo>
                  <a:cubicBezTo>
                    <a:pt x="909" y="3008"/>
                    <a:pt x="2989" y="927"/>
                    <a:pt x="5559" y="927"/>
                  </a:cubicBezTo>
                  <a:close/>
                  <a:moveTo>
                    <a:pt x="5559" y="1"/>
                  </a:moveTo>
                  <a:cubicBezTo>
                    <a:pt x="2482" y="18"/>
                    <a:pt x="0" y="2501"/>
                    <a:pt x="0" y="5577"/>
                  </a:cubicBezTo>
                  <a:lnTo>
                    <a:pt x="0" y="102284"/>
                  </a:lnTo>
                  <a:cubicBezTo>
                    <a:pt x="0" y="105361"/>
                    <a:pt x="2482" y="107843"/>
                    <a:pt x="5559" y="107860"/>
                  </a:cubicBezTo>
                  <a:lnTo>
                    <a:pt x="81393" y="107860"/>
                  </a:lnTo>
                  <a:cubicBezTo>
                    <a:pt x="84470" y="107843"/>
                    <a:pt x="86952" y="105361"/>
                    <a:pt x="86952" y="102284"/>
                  </a:cubicBezTo>
                  <a:lnTo>
                    <a:pt x="86952" y="5577"/>
                  </a:lnTo>
                  <a:cubicBezTo>
                    <a:pt x="86952" y="2501"/>
                    <a:pt x="84470" y="18"/>
                    <a:pt x="8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10050" y="1616325"/>
              <a:ext cx="1994650" cy="2478000"/>
            </a:xfrm>
            <a:custGeom>
              <a:rect b="b" l="l" r="r" t="t"/>
              <a:pathLst>
                <a:path extrusionOk="0" h="99120" w="79786">
                  <a:moveTo>
                    <a:pt x="74961" y="227"/>
                  </a:moveTo>
                  <a:cubicBezTo>
                    <a:pt x="77495" y="227"/>
                    <a:pt x="79576" y="2290"/>
                    <a:pt x="79576" y="4842"/>
                  </a:cubicBezTo>
                  <a:lnTo>
                    <a:pt x="79576" y="94277"/>
                  </a:lnTo>
                  <a:cubicBezTo>
                    <a:pt x="79576" y="96829"/>
                    <a:pt x="77495" y="98892"/>
                    <a:pt x="74961" y="98892"/>
                  </a:cubicBezTo>
                  <a:lnTo>
                    <a:pt x="4843" y="98892"/>
                  </a:lnTo>
                  <a:cubicBezTo>
                    <a:pt x="2291" y="98892"/>
                    <a:pt x="210" y="96829"/>
                    <a:pt x="210" y="94277"/>
                  </a:cubicBezTo>
                  <a:lnTo>
                    <a:pt x="210" y="4842"/>
                  </a:lnTo>
                  <a:cubicBezTo>
                    <a:pt x="210" y="2290"/>
                    <a:pt x="2291" y="227"/>
                    <a:pt x="4843" y="227"/>
                  </a:cubicBezTo>
                  <a:close/>
                  <a:moveTo>
                    <a:pt x="4843" y="0"/>
                  </a:moveTo>
                  <a:cubicBezTo>
                    <a:pt x="2168" y="18"/>
                    <a:pt x="1" y="2168"/>
                    <a:pt x="1" y="4842"/>
                  </a:cubicBezTo>
                  <a:lnTo>
                    <a:pt x="1" y="94277"/>
                  </a:lnTo>
                  <a:cubicBezTo>
                    <a:pt x="1" y="96951"/>
                    <a:pt x="2168" y="99102"/>
                    <a:pt x="4843" y="99119"/>
                  </a:cubicBezTo>
                  <a:lnTo>
                    <a:pt x="74961" y="99119"/>
                  </a:lnTo>
                  <a:cubicBezTo>
                    <a:pt x="77618" y="99102"/>
                    <a:pt x="79786" y="96951"/>
                    <a:pt x="79786" y="94277"/>
                  </a:cubicBezTo>
                  <a:lnTo>
                    <a:pt x="79786" y="4842"/>
                  </a:lnTo>
                  <a:cubicBezTo>
                    <a:pt x="79786" y="2168"/>
                    <a:pt x="77618" y="18"/>
                    <a:pt x="74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501950" y="2406475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501950" y="2341800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501950" y="2471150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501950" y="2535400"/>
              <a:ext cx="100100" cy="30600"/>
            </a:xfrm>
            <a:custGeom>
              <a:rect b="b" l="l" r="r" t="t"/>
              <a:pathLst>
                <a:path extrusionOk="0" h="1224" w="4004">
                  <a:moveTo>
                    <a:pt x="0" y="0"/>
                  </a:moveTo>
                  <a:lnTo>
                    <a:pt x="0" y="1224"/>
                  </a:lnTo>
                  <a:lnTo>
                    <a:pt x="4004" y="1224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501950" y="2600075"/>
              <a:ext cx="100100" cy="30625"/>
            </a:xfrm>
            <a:custGeom>
              <a:rect b="b" l="l" r="r" t="t"/>
              <a:pathLst>
                <a:path extrusionOk="0" h="1225" w="4004">
                  <a:moveTo>
                    <a:pt x="0" y="1"/>
                  </a:moveTo>
                  <a:lnTo>
                    <a:pt x="0" y="1224"/>
                  </a:lnTo>
                  <a:lnTo>
                    <a:pt x="4004" y="1224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501950" y="2083075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501950" y="2018375"/>
              <a:ext cx="100100" cy="30200"/>
            </a:xfrm>
            <a:custGeom>
              <a:rect b="b" l="l" r="r" t="t"/>
              <a:pathLst>
                <a:path extrusionOk="0" h="1208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501950" y="2147750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501950" y="2212425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501950" y="2277100"/>
              <a:ext cx="100100" cy="30200"/>
            </a:xfrm>
            <a:custGeom>
              <a:rect b="b" l="l" r="r" t="t"/>
              <a:pathLst>
                <a:path extrusionOk="0" h="1208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501950" y="1759650"/>
              <a:ext cx="100100" cy="30200"/>
            </a:xfrm>
            <a:custGeom>
              <a:rect b="b" l="l" r="r" t="t"/>
              <a:pathLst>
                <a:path extrusionOk="0" h="1208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501950" y="1694975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501950" y="1824350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6"/>
                  </a:lnTo>
                  <a:lnTo>
                    <a:pt x="4004" y="120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501950" y="1889025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0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501950" y="1953700"/>
              <a:ext cx="100100" cy="30175"/>
            </a:xfrm>
            <a:custGeom>
              <a:rect b="b" l="l" r="r" t="t"/>
              <a:pathLst>
                <a:path extrusionOk="0" h="1207" w="4004">
                  <a:moveTo>
                    <a:pt x="0" y="1"/>
                  </a:moveTo>
                  <a:lnTo>
                    <a:pt x="0" y="1207"/>
                  </a:lnTo>
                  <a:lnTo>
                    <a:pt x="4004" y="1207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501950" y="2668250"/>
              <a:ext cx="100100" cy="1423000"/>
            </a:xfrm>
            <a:custGeom>
              <a:rect b="b" l="l" r="r" t="t"/>
              <a:pathLst>
                <a:path extrusionOk="0" h="56920" w="4004">
                  <a:moveTo>
                    <a:pt x="0" y="1"/>
                  </a:moveTo>
                  <a:lnTo>
                    <a:pt x="0" y="56920"/>
                  </a:lnTo>
                  <a:lnTo>
                    <a:pt x="4004" y="56920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7686104" y="-476250"/>
            <a:ext cx="2291257" cy="2922300"/>
            <a:chOff x="4882900" y="-64350"/>
            <a:chExt cx="2493750" cy="2922300"/>
          </a:xfrm>
        </p:grpSpPr>
        <p:sp>
          <p:nvSpPr>
            <p:cNvPr id="118" name="Google Shape;118;p2"/>
            <p:cNvSpPr/>
            <p:nvPr/>
          </p:nvSpPr>
          <p:spPr>
            <a:xfrm>
              <a:off x="4882900" y="2852675"/>
              <a:ext cx="2493750" cy="5275"/>
            </a:xfrm>
            <a:custGeom>
              <a:rect b="b" l="l" r="r" t="t"/>
              <a:pathLst>
                <a:path extrusionOk="0" h="211" w="99750">
                  <a:moveTo>
                    <a:pt x="1" y="1"/>
                  </a:moveTo>
                  <a:lnTo>
                    <a:pt x="1" y="210"/>
                  </a:lnTo>
                  <a:lnTo>
                    <a:pt x="99749" y="210"/>
                  </a:lnTo>
                  <a:lnTo>
                    <a:pt x="9974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4987800" y="-64350"/>
              <a:ext cx="1082975" cy="2914922"/>
            </a:xfrm>
            <a:custGeom>
              <a:rect b="b" l="l" r="r" t="t"/>
              <a:pathLst>
                <a:path extrusionOk="0" h="94995" w="43319">
                  <a:moveTo>
                    <a:pt x="0" y="1"/>
                  </a:moveTo>
                  <a:lnTo>
                    <a:pt x="0" y="30716"/>
                  </a:lnTo>
                  <a:lnTo>
                    <a:pt x="43127" y="30716"/>
                  </a:lnTo>
                  <a:lnTo>
                    <a:pt x="43127" y="94994"/>
                  </a:lnTo>
                  <a:lnTo>
                    <a:pt x="43319" y="94994"/>
                  </a:lnTo>
                  <a:lnTo>
                    <a:pt x="43319" y="30523"/>
                  </a:lnTo>
                  <a:lnTo>
                    <a:pt x="210" y="30523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127150" y="2700150"/>
              <a:ext cx="105350" cy="107100"/>
            </a:xfrm>
            <a:custGeom>
              <a:rect b="b" l="l" r="r" t="t"/>
              <a:pathLst>
                <a:path extrusionOk="0" h="4284" w="4214">
                  <a:moveTo>
                    <a:pt x="0" y="1"/>
                  </a:moveTo>
                  <a:lnTo>
                    <a:pt x="0" y="4284"/>
                  </a:lnTo>
                  <a:lnTo>
                    <a:pt x="4213" y="4284"/>
                  </a:lnTo>
                  <a:lnTo>
                    <a:pt x="4213" y="4074"/>
                  </a:lnTo>
                  <a:lnTo>
                    <a:pt x="210" y="4074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950575" y="939175"/>
              <a:ext cx="76075" cy="78250"/>
            </a:xfrm>
            <a:custGeom>
              <a:rect b="b" l="l" r="r" t="t"/>
              <a:pathLst>
                <a:path extrusionOk="0" h="3130" w="3043">
                  <a:moveTo>
                    <a:pt x="1" y="0"/>
                  </a:moveTo>
                  <a:lnTo>
                    <a:pt x="1" y="210"/>
                  </a:lnTo>
                  <a:lnTo>
                    <a:pt x="2833" y="210"/>
                  </a:lnTo>
                  <a:lnTo>
                    <a:pt x="2833" y="3130"/>
                  </a:lnTo>
                  <a:lnTo>
                    <a:pt x="3042" y="3130"/>
                  </a:lnTo>
                  <a:lnTo>
                    <a:pt x="304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032375" y="744525"/>
              <a:ext cx="77800" cy="78250"/>
            </a:xfrm>
            <a:custGeom>
              <a:rect b="b" l="l" r="r" t="t"/>
              <a:pathLst>
                <a:path extrusionOk="0" h="3130" w="3112">
                  <a:moveTo>
                    <a:pt x="0" y="1"/>
                  </a:moveTo>
                  <a:lnTo>
                    <a:pt x="0" y="3130"/>
                  </a:lnTo>
                  <a:lnTo>
                    <a:pt x="3112" y="3130"/>
                  </a:lnTo>
                  <a:lnTo>
                    <a:pt x="3112" y="2920"/>
                  </a:lnTo>
                  <a:lnTo>
                    <a:pt x="193" y="2920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blue circuit board with a blue square and a blue square&#10;&#10;Description automatically generated"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2953" y="1538695"/>
            <a:ext cx="1955285" cy="1814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>
            <a:off x="2559376" y="2390452"/>
            <a:ext cx="1564325" cy="426580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Wide Detection Range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2559377" y="1367672"/>
            <a:ext cx="1564325" cy="426580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Easy to install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2559376" y="1879062"/>
            <a:ext cx="1564325" cy="426580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Low cost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2559376" y="2901842"/>
            <a:ext cx="1564325" cy="426580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Customizable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2559376" y="3413232"/>
            <a:ext cx="1546795" cy="426580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Versatile Application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29105" y="2011700"/>
            <a:ext cx="154679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Photocells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Ambient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UV Light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uit board with a blue square and a blue square&#10;&#10;Description automatically generated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97113" y="406401"/>
            <a:ext cx="1346486" cy="124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1579352" y="1278374"/>
            <a:ext cx="399807" cy="403243"/>
          </a:xfrm>
          <a:prstGeom prst="ellipse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3"/>
          <p:cNvCxnSpPr>
            <a:stCxn id="135" idx="0"/>
            <a:endCxn id="137" idx="1"/>
          </p:cNvCxnSpPr>
          <p:nvPr/>
        </p:nvCxnSpPr>
        <p:spPr>
          <a:xfrm flipH="1">
            <a:off x="564856" y="1278374"/>
            <a:ext cx="1214400" cy="839700"/>
          </a:xfrm>
          <a:prstGeom prst="straightConnector1">
            <a:avLst/>
          </a:prstGeom>
          <a:noFill/>
          <a:ln cap="flat" cmpd="sng" w="9525">
            <a:solidFill>
              <a:srgbClr val="E392A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3"/>
          <p:cNvCxnSpPr>
            <a:stCxn id="135" idx="4"/>
            <a:endCxn id="137" idx="7"/>
          </p:cNvCxnSpPr>
          <p:nvPr/>
        </p:nvCxnSpPr>
        <p:spPr>
          <a:xfrm>
            <a:off x="1779256" y="1681617"/>
            <a:ext cx="98100" cy="436500"/>
          </a:xfrm>
          <a:prstGeom prst="straightConnector1">
            <a:avLst/>
          </a:prstGeom>
          <a:noFill/>
          <a:ln cap="flat" cmpd="sng" w="9525">
            <a:solidFill>
              <a:srgbClr val="E392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3"/>
          <p:cNvSpPr/>
          <p:nvPr/>
        </p:nvSpPr>
        <p:spPr>
          <a:xfrm>
            <a:off x="292916" y="1846233"/>
            <a:ext cx="1856218" cy="1856218"/>
          </a:xfrm>
          <a:prstGeom prst="ellipse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toresistor - Wikipedia"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891" y="2016208"/>
            <a:ext cx="1516268" cy="15162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3107219" y="2396983"/>
            <a:ext cx="1364104" cy="319594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3107219" y="2957598"/>
            <a:ext cx="1364104" cy="319594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141598" y="256471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3953689" y="2444714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3737788" y="2551791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251079" y="2542704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489076" y="2458781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4328956" y="243349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095148" y="3127082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3840771" y="3042142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87200" y="3014062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176761" y="3009940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397912" y="3127610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278350" y="301983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3177286" y="357227"/>
            <a:ext cx="1275737" cy="1275471"/>
            <a:chOff x="238125" y="3745825"/>
            <a:chExt cx="1319000" cy="1318725"/>
          </a:xfrm>
        </p:grpSpPr>
        <p:sp>
          <p:nvSpPr>
            <p:cNvPr id="155" name="Google Shape;155;p3"/>
            <p:cNvSpPr/>
            <p:nvPr/>
          </p:nvSpPr>
          <p:spPr>
            <a:xfrm>
              <a:off x="403175" y="3947200"/>
              <a:ext cx="952350" cy="916050"/>
            </a:xfrm>
            <a:custGeom>
              <a:rect b="b" l="l" r="r" t="t"/>
              <a:pathLst>
                <a:path extrusionOk="0" h="36642" w="38094">
                  <a:moveTo>
                    <a:pt x="19772" y="767"/>
                  </a:moveTo>
                  <a:cubicBezTo>
                    <a:pt x="29462" y="779"/>
                    <a:pt x="37312" y="8629"/>
                    <a:pt x="37325" y="18320"/>
                  </a:cubicBezTo>
                  <a:cubicBezTo>
                    <a:pt x="37325" y="25426"/>
                    <a:pt x="33040" y="31828"/>
                    <a:pt x="26488" y="34537"/>
                  </a:cubicBezTo>
                  <a:cubicBezTo>
                    <a:pt x="24312" y="35439"/>
                    <a:pt x="22029" y="35877"/>
                    <a:pt x="19765" y="35877"/>
                  </a:cubicBezTo>
                  <a:cubicBezTo>
                    <a:pt x="15198" y="35877"/>
                    <a:pt x="10713" y="34093"/>
                    <a:pt x="7360" y="30731"/>
                  </a:cubicBezTo>
                  <a:cubicBezTo>
                    <a:pt x="2332" y="25716"/>
                    <a:pt x="833" y="18168"/>
                    <a:pt x="3554" y="11603"/>
                  </a:cubicBezTo>
                  <a:cubicBezTo>
                    <a:pt x="6263" y="5051"/>
                    <a:pt x="12665" y="767"/>
                    <a:pt x="19772" y="767"/>
                  </a:cubicBezTo>
                  <a:close/>
                  <a:moveTo>
                    <a:pt x="19767" y="1"/>
                  </a:moveTo>
                  <a:cubicBezTo>
                    <a:pt x="15000" y="1"/>
                    <a:pt x="10315" y="1861"/>
                    <a:pt x="6818" y="5366"/>
                  </a:cubicBezTo>
                  <a:cubicBezTo>
                    <a:pt x="1576" y="10608"/>
                    <a:pt x="1" y="18483"/>
                    <a:pt x="2836" y="25338"/>
                  </a:cubicBezTo>
                  <a:cubicBezTo>
                    <a:pt x="5671" y="32181"/>
                    <a:pt x="12362" y="36641"/>
                    <a:pt x="19772" y="36641"/>
                  </a:cubicBezTo>
                  <a:cubicBezTo>
                    <a:pt x="29878" y="36629"/>
                    <a:pt x="38081" y="28438"/>
                    <a:pt x="38093" y="18320"/>
                  </a:cubicBezTo>
                  <a:cubicBezTo>
                    <a:pt x="38081" y="10910"/>
                    <a:pt x="33620" y="4232"/>
                    <a:pt x="26778" y="1397"/>
                  </a:cubicBezTo>
                  <a:cubicBezTo>
                    <a:pt x="24511" y="457"/>
                    <a:pt x="22129" y="1"/>
                    <a:pt x="19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883275" y="4935050"/>
              <a:ext cx="28700" cy="28675"/>
            </a:xfrm>
            <a:custGeom>
              <a:rect b="b" l="l" r="r" t="t"/>
              <a:pathLst>
                <a:path extrusionOk="0" h="1147" w="1148">
                  <a:moveTo>
                    <a:pt x="580" y="0"/>
                  </a:moveTo>
                  <a:cubicBezTo>
                    <a:pt x="253" y="0"/>
                    <a:pt x="1" y="265"/>
                    <a:pt x="1" y="580"/>
                  </a:cubicBezTo>
                  <a:cubicBezTo>
                    <a:pt x="1" y="895"/>
                    <a:pt x="253" y="1147"/>
                    <a:pt x="580" y="1147"/>
                  </a:cubicBezTo>
                  <a:cubicBezTo>
                    <a:pt x="895" y="1147"/>
                    <a:pt x="1147" y="895"/>
                    <a:pt x="1147" y="580"/>
                  </a:cubicBezTo>
                  <a:cubicBezTo>
                    <a:pt x="1147" y="265"/>
                    <a:pt x="895" y="0"/>
                    <a:pt x="5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1018725" y="4917600"/>
              <a:ext cx="31850" cy="28800"/>
            </a:xfrm>
            <a:custGeom>
              <a:rect b="b" l="l" r="r" t="t"/>
              <a:pathLst>
                <a:path extrusionOk="0" h="1152" w="1274">
                  <a:moveTo>
                    <a:pt x="638" y="0"/>
                  </a:moveTo>
                  <a:cubicBezTo>
                    <a:pt x="590" y="0"/>
                    <a:pt x="541" y="6"/>
                    <a:pt x="492" y="18"/>
                  </a:cubicBezTo>
                  <a:cubicBezTo>
                    <a:pt x="190" y="93"/>
                    <a:pt x="1" y="421"/>
                    <a:pt x="89" y="723"/>
                  </a:cubicBezTo>
                  <a:cubicBezTo>
                    <a:pt x="152" y="975"/>
                    <a:pt x="379" y="1152"/>
                    <a:pt x="644" y="1152"/>
                  </a:cubicBezTo>
                  <a:cubicBezTo>
                    <a:pt x="694" y="1152"/>
                    <a:pt x="732" y="1152"/>
                    <a:pt x="782" y="1139"/>
                  </a:cubicBezTo>
                  <a:cubicBezTo>
                    <a:pt x="1085" y="1051"/>
                    <a:pt x="1274" y="736"/>
                    <a:pt x="1198" y="434"/>
                  </a:cubicBezTo>
                  <a:cubicBezTo>
                    <a:pt x="1134" y="168"/>
                    <a:pt x="900" y="0"/>
                    <a:pt x="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11600" y="4907975"/>
              <a:ext cx="32475" cy="28975"/>
            </a:xfrm>
            <a:custGeom>
              <a:rect b="b" l="l" r="r" t="t"/>
              <a:pathLst>
                <a:path extrusionOk="0" h="1159" w="1299">
                  <a:moveTo>
                    <a:pt x="665" y="1"/>
                  </a:moveTo>
                  <a:cubicBezTo>
                    <a:pt x="417" y="1"/>
                    <a:pt x="183" y="156"/>
                    <a:pt x="101" y="403"/>
                  </a:cubicBezTo>
                  <a:cubicBezTo>
                    <a:pt x="0" y="705"/>
                    <a:pt x="164" y="1033"/>
                    <a:pt x="466" y="1134"/>
                  </a:cubicBezTo>
                  <a:cubicBezTo>
                    <a:pt x="529" y="1146"/>
                    <a:pt x="592" y="1159"/>
                    <a:pt x="643" y="1159"/>
                  </a:cubicBezTo>
                  <a:cubicBezTo>
                    <a:pt x="895" y="1159"/>
                    <a:pt x="1109" y="995"/>
                    <a:pt x="1197" y="756"/>
                  </a:cubicBezTo>
                  <a:cubicBezTo>
                    <a:pt x="1298" y="453"/>
                    <a:pt x="1134" y="126"/>
                    <a:pt x="832" y="25"/>
                  </a:cubicBezTo>
                  <a:cubicBezTo>
                    <a:pt x="777" y="9"/>
                    <a:pt x="721" y="1"/>
                    <a:pt x="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175625" y="4848450"/>
              <a:ext cx="32775" cy="28650"/>
            </a:xfrm>
            <a:custGeom>
              <a:rect b="b" l="l" r="r" t="t"/>
              <a:pathLst>
                <a:path extrusionOk="0" h="1146" w="1311">
                  <a:moveTo>
                    <a:pt x="657" y="1"/>
                  </a:moveTo>
                  <a:cubicBezTo>
                    <a:pt x="552" y="1"/>
                    <a:pt x="447" y="29"/>
                    <a:pt x="353" y="87"/>
                  </a:cubicBezTo>
                  <a:cubicBezTo>
                    <a:pt x="76" y="264"/>
                    <a:pt x="0" y="616"/>
                    <a:pt x="177" y="881"/>
                  </a:cubicBezTo>
                  <a:cubicBezTo>
                    <a:pt x="290" y="1045"/>
                    <a:pt x="466" y="1146"/>
                    <a:pt x="655" y="1146"/>
                  </a:cubicBezTo>
                  <a:cubicBezTo>
                    <a:pt x="769" y="1146"/>
                    <a:pt x="882" y="1120"/>
                    <a:pt x="970" y="1057"/>
                  </a:cubicBezTo>
                  <a:cubicBezTo>
                    <a:pt x="1235" y="881"/>
                    <a:pt x="1311" y="528"/>
                    <a:pt x="1147" y="264"/>
                  </a:cubicBezTo>
                  <a:cubicBezTo>
                    <a:pt x="1033" y="93"/>
                    <a:pt x="846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58800" y="4828875"/>
              <a:ext cx="32475" cy="29000"/>
            </a:xfrm>
            <a:custGeom>
              <a:rect b="b" l="l" r="r" t="t"/>
              <a:pathLst>
                <a:path extrusionOk="0" h="1160" w="1299">
                  <a:moveTo>
                    <a:pt x="646" y="1"/>
                  </a:moveTo>
                  <a:cubicBezTo>
                    <a:pt x="468" y="1"/>
                    <a:pt x="295" y="82"/>
                    <a:pt x="190" y="240"/>
                  </a:cubicBezTo>
                  <a:cubicBezTo>
                    <a:pt x="1" y="492"/>
                    <a:pt x="51" y="858"/>
                    <a:pt x="303" y="1047"/>
                  </a:cubicBezTo>
                  <a:cubicBezTo>
                    <a:pt x="404" y="1122"/>
                    <a:pt x="530" y="1160"/>
                    <a:pt x="643" y="1160"/>
                  </a:cubicBezTo>
                  <a:cubicBezTo>
                    <a:pt x="832" y="1160"/>
                    <a:pt x="996" y="1072"/>
                    <a:pt x="1110" y="921"/>
                  </a:cubicBezTo>
                  <a:cubicBezTo>
                    <a:pt x="1299" y="669"/>
                    <a:pt x="1248" y="303"/>
                    <a:pt x="996" y="114"/>
                  </a:cubicBezTo>
                  <a:cubicBezTo>
                    <a:pt x="889" y="38"/>
                    <a:pt x="766" y="1"/>
                    <a:pt x="6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303825" y="473335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55" y="0"/>
                  </a:moveTo>
                  <a:cubicBezTo>
                    <a:pt x="485" y="0"/>
                    <a:pt x="317" y="74"/>
                    <a:pt x="202" y="218"/>
                  </a:cubicBezTo>
                  <a:cubicBezTo>
                    <a:pt x="1" y="457"/>
                    <a:pt x="51" y="823"/>
                    <a:pt x="291" y="1024"/>
                  </a:cubicBezTo>
                  <a:cubicBezTo>
                    <a:pt x="391" y="1113"/>
                    <a:pt x="517" y="1150"/>
                    <a:pt x="656" y="1150"/>
                  </a:cubicBezTo>
                  <a:cubicBezTo>
                    <a:pt x="832" y="1150"/>
                    <a:pt x="996" y="1075"/>
                    <a:pt x="1097" y="949"/>
                  </a:cubicBezTo>
                  <a:cubicBezTo>
                    <a:pt x="1299" y="697"/>
                    <a:pt x="1261" y="331"/>
                    <a:pt x="1021" y="130"/>
                  </a:cubicBezTo>
                  <a:cubicBezTo>
                    <a:pt x="913" y="43"/>
                    <a:pt x="783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38150" y="4706450"/>
              <a:ext cx="32475" cy="28900"/>
            </a:xfrm>
            <a:custGeom>
              <a:rect b="b" l="l" r="r" t="t"/>
              <a:pathLst>
                <a:path extrusionOk="0" h="1156" w="1299">
                  <a:moveTo>
                    <a:pt x="644" y="0"/>
                  </a:moveTo>
                  <a:cubicBezTo>
                    <a:pt x="530" y="0"/>
                    <a:pt x="414" y="36"/>
                    <a:pt x="316" y="109"/>
                  </a:cubicBezTo>
                  <a:cubicBezTo>
                    <a:pt x="51" y="286"/>
                    <a:pt x="1" y="651"/>
                    <a:pt x="177" y="916"/>
                  </a:cubicBezTo>
                  <a:cubicBezTo>
                    <a:pt x="290" y="1067"/>
                    <a:pt x="467" y="1155"/>
                    <a:pt x="643" y="1155"/>
                  </a:cubicBezTo>
                  <a:cubicBezTo>
                    <a:pt x="769" y="1155"/>
                    <a:pt x="883" y="1117"/>
                    <a:pt x="983" y="1042"/>
                  </a:cubicBezTo>
                  <a:cubicBezTo>
                    <a:pt x="1235" y="865"/>
                    <a:pt x="1298" y="500"/>
                    <a:pt x="1109" y="248"/>
                  </a:cubicBezTo>
                  <a:cubicBezTo>
                    <a:pt x="1002" y="87"/>
                    <a:pt x="824" y="0"/>
                    <a:pt x="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1390150" y="4584700"/>
              <a:ext cx="32775" cy="28725"/>
            </a:xfrm>
            <a:custGeom>
              <a:rect b="b" l="l" r="r" t="t"/>
              <a:pathLst>
                <a:path extrusionOk="0" h="1149" w="1311">
                  <a:moveTo>
                    <a:pt x="643" y="1"/>
                  </a:moveTo>
                  <a:cubicBezTo>
                    <a:pt x="413" y="1"/>
                    <a:pt x="201" y="136"/>
                    <a:pt x="114" y="367"/>
                  </a:cubicBezTo>
                  <a:cubicBezTo>
                    <a:pt x="0" y="670"/>
                    <a:pt x="139" y="998"/>
                    <a:pt x="441" y="1111"/>
                  </a:cubicBezTo>
                  <a:cubicBezTo>
                    <a:pt x="504" y="1136"/>
                    <a:pt x="580" y="1149"/>
                    <a:pt x="656" y="1149"/>
                  </a:cubicBezTo>
                  <a:cubicBezTo>
                    <a:pt x="895" y="1149"/>
                    <a:pt x="1109" y="1010"/>
                    <a:pt x="1197" y="783"/>
                  </a:cubicBezTo>
                  <a:cubicBezTo>
                    <a:pt x="1311" y="481"/>
                    <a:pt x="1160" y="153"/>
                    <a:pt x="857" y="40"/>
                  </a:cubicBezTo>
                  <a:cubicBezTo>
                    <a:pt x="786" y="13"/>
                    <a:pt x="714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61925" y="4552350"/>
              <a:ext cx="32150" cy="28950"/>
            </a:xfrm>
            <a:custGeom>
              <a:rect b="b" l="l" r="r" t="t"/>
              <a:pathLst>
                <a:path extrusionOk="0" h="1158" w="1286">
                  <a:moveTo>
                    <a:pt x="626" y="1"/>
                  </a:moveTo>
                  <a:cubicBezTo>
                    <a:pt x="573" y="1"/>
                    <a:pt x="519" y="8"/>
                    <a:pt x="466" y="23"/>
                  </a:cubicBezTo>
                  <a:cubicBezTo>
                    <a:pt x="164" y="124"/>
                    <a:pt x="0" y="452"/>
                    <a:pt x="88" y="754"/>
                  </a:cubicBezTo>
                  <a:cubicBezTo>
                    <a:pt x="164" y="994"/>
                    <a:pt x="391" y="1157"/>
                    <a:pt x="643" y="1157"/>
                  </a:cubicBezTo>
                  <a:cubicBezTo>
                    <a:pt x="693" y="1157"/>
                    <a:pt x="756" y="1145"/>
                    <a:pt x="807" y="1132"/>
                  </a:cubicBezTo>
                  <a:cubicBezTo>
                    <a:pt x="1109" y="1031"/>
                    <a:pt x="1285" y="716"/>
                    <a:pt x="1197" y="414"/>
                  </a:cubicBezTo>
                  <a:cubicBezTo>
                    <a:pt x="1114" y="164"/>
                    <a:pt x="876" y="1"/>
                    <a:pt x="6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1426700" y="4416200"/>
              <a:ext cx="29625" cy="29000"/>
            </a:xfrm>
            <a:custGeom>
              <a:rect b="b" l="l" r="r" t="t"/>
              <a:pathLst>
                <a:path extrusionOk="0" h="1160" w="1185">
                  <a:moveTo>
                    <a:pt x="595" y="0"/>
                  </a:moveTo>
                  <a:cubicBezTo>
                    <a:pt x="289" y="0"/>
                    <a:pt x="25" y="248"/>
                    <a:pt x="13" y="555"/>
                  </a:cubicBezTo>
                  <a:cubicBezTo>
                    <a:pt x="0" y="870"/>
                    <a:pt x="240" y="1135"/>
                    <a:pt x="567" y="1160"/>
                  </a:cubicBezTo>
                  <a:lnTo>
                    <a:pt x="592" y="1160"/>
                  </a:lnTo>
                  <a:cubicBezTo>
                    <a:pt x="895" y="1160"/>
                    <a:pt x="1147" y="920"/>
                    <a:pt x="1159" y="605"/>
                  </a:cubicBezTo>
                  <a:cubicBezTo>
                    <a:pt x="1185" y="290"/>
                    <a:pt x="933" y="26"/>
                    <a:pt x="618" y="1"/>
                  </a:cubicBezTo>
                  <a:cubicBezTo>
                    <a:pt x="610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38925" y="4382175"/>
              <a:ext cx="29000" cy="29000"/>
            </a:xfrm>
            <a:custGeom>
              <a:rect b="b" l="l" r="r" t="t"/>
              <a:pathLst>
                <a:path extrusionOk="0" h="1160" w="1160">
                  <a:moveTo>
                    <a:pt x="580" y="1"/>
                  </a:moveTo>
                  <a:cubicBezTo>
                    <a:pt x="265" y="1"/>
                    <a:pt x="0" y="253"/>
                    <a:pt x="0" y="568"/>
                  </a:cubicBezTo>
                  <a:cubicBezTo>
                    <a:pt x="0" y="883"/>
                    <a:pt x="252" y="1147"/>
                    <a:pt x="567" y="1160"/>
                  </a:cubicBezTo>
                  <a:lnTo>
                    <a:pt x="580" y="1160"/>
                  </a:lnTo>
                  <a:cubicBezTo>
                    <a:pt x="895" y="1160"/>
                    <a:pt x="1147" y="895"/>
                    <a:pt x="1147" y="580"/>
                  </a:cubicBezTo>
                  <a:cubicBezTo>
                    <a:pt x="1160" y="265"/>
                    <a:pt x="895" y="1"/>
                    <a:pt x="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406225" y="4245525"/>
              <a:ext cx="32150" cy="28625"/>
            </a:xfrm>
            <a:custGeom>
              <a:rect b="b" l="l" r="r" t="t"/>
              <a:pathLst>
                <a:path extrusionOk="0" h="1145" w="1286">
                  <a:moveTo>
                    <a:pt x="650" y="0"/>
                  </a:moveTo>
                  <a:cubicBezTo>
                    <a:pt x="597" y="0"/>
                    <a:pt x="544" y="8"/>
                    <a:pt x="491" y="23"/>
                  </a:cubicBezTo>
                  <a:cubicBezTo>
                    <a:pt x="189" y="99"/>
                    <a:pt x="0" y="414"/>
                    <a:pt x="88" y="729"/>
                  </a:cubicBezTo>
                  <a:cubicBezTo>
                    <a:pt x="151" y="968"/>
                    <a:pt x="378" y="1145"/>
                    <a:pt x="643" y="1145"/>
                  </a:cubicBezTo>
                  <a:cubicBezTo>
                    <a:pt x="693" y="1145"/>
                    <a:pt x="743" y="1145"/>
                    <a:pt x="794" y="1132"/>
                  </a:cubicBezTo>
                  <a:cubicBezTo>
                    <a:pt x="1109" y="1044"/>
                    <a:pt x="1285" y="716"/>
                    <a:pt x="1197" y="414"/>
                  </a:cubicBezTo>
                  <a:cubicBezTo>
                    <a:pt x="1124" y="164"/>
                    <a:pt x="897" y="0"/>
                    <a:pt x="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366950" y="4212875"/>
              <a:ext cx="32175" cy="28825"/>
            </a:xfrm>
            <a:custGeom>
              <a:rect b="b" l="l" r="r" t="t"/>
              <a:pathLst>
                <a:path extrusionOk="0" h="1153" w="1287">
                  <a:moveTo>
                    <a:pt x="642" y="0"/>
                  </a:moveTo>
                  <a:cubicBezTo>
                    <a:pt x="403" y="0"/>
                    <a:pt x="181" y="145"/>
                    <a:pt x="102" y="384"/>
                  </a:cubicBezTo>
                  <a:cubicBezTo>
                    <a:pt x="1" y="686"/>
                    <a:pt x="152" y="1014"/>
                    <a:pt x="454" y="1115"/>
                  </a:cubicBezTo>
                  <a:cubicBezTo>
                    <a:pt x="517" y="1140"/>
                    <a:pt x="580" y="1153"/>
                    <a:pt x="643" y="1153"/>
                  </a:cubicBezTo>
                  <a:cubicBezTo>
                    <a:pt x="895" y="1153"/>
                    <a:pt x="1110" y="989"/>
                    <a:pt x="1185" y="762"/>
                  </a:cubicBezTo>
                  <a:cubicBezTo>
                    <a:pt x="1286" y="460"/>
                    <a:pt x="1135" y="132"/>
                    <a:pt x="832" y="31"/>
                  </a:cubicBezTo>
                  <a:cubicBezTo>
                    <a:pt x="769" y="10"/>
                    <a:pt x="705" y="0"/>
                    <a:pt x="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1334075" y="4089025"/>
              <a:ext cx="32775" cy="28875"/>
            </a:xfrm>
            <a:custGeom>
              <a:rect b="b" l="l" r="r" t="t"/>
              <a:pathLst>
                <a:path extrusionOk="0" h="1155" w="1311">
                  <a:moveTo>
                    <a:pt x="654" y="1"/>
                  </a:moveTo>
                  <a:cubicBezTo>
                    <a:pt x="547" y="1"/>
                    <a:pt x="438" y="31"/>
                    <a:pt x="341" y="96"/>
                  </a:cubicBezTo>
                  <a:cubicBezTo>
                    <a:pt x="76" y="273"/>
                    <a:pt x="0" y="638"/>
                    <a:pt x="189" y="903"/>
                  </a:cubicBezTo>
                  <a:cubicBezTo>
                    <a:pt x="290" y="1054"/>
                    <a:pt x="467" y="1155"/>
                    <a:pt x="668" y="1155"/>
                  </a:cubicBezTo>
                  <a:cubicBezTo>
                    <a:pt x="782" y="1155"/>
                    <a:pt x="883" y="1117"/>
                    <a:pt x="983" y="1054"/>
                  </a:cubicBezTo>
                  <a:cubicBezTo>
                    <a:pt x="1248" y="877"/>
                    <a:pt x="1311" y="525"/>
                    <a:pt x="1135" y="260"/>
                  </a:cubicBezTo>
                  <a:cubicBezTo>
                    <a:pt x="1023" y="92"/>
                    <a:pt x="840" y="1"/>
                    <a:pt x="6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448225" y="4061375"/>
              <a:ext cx="32475" cy="28800"/>
            </a:xfrm>
            <a:custGeom>
              <a:rect b="b" l="l" r="r" t="t"/>
              <a:pathLst>
                <a:path extrusionOk="0" h="1152" w="1299">
                  <a:moveTo>
                    <a:pt x="643" y="0"/>
                  </a:moveTo>
                  <a:cubicBezTo>
                    <a:pt x="470" y="0"/>
                    <a:pt x="300" y="77"/>
                    <a:pt x="190" y="232"/>
                  </a:cubicBezTo>
                  <a:cubicBezTo>
                    <a:pt x="1" y="471"/>
                    <a:pt x="51" y="837"/>
                    <a:pt x="303" y="1026"/>
                  </a:cubicBezTo>
                  <a:cubicBezTo>
                    <a:pt x="404" y="1114"/>
                    <a:pt x="530" y="1152"/>
                    <a:pt x="656" y="1152"/>
                  </a:cubicBezTo>
                  <a:cubicBezTo>
                    <a:pt x="832" y="1152"/>
                    <a:pt x="996" y="1063"/>
                    <a:pt x="1110" y="925"/>
                  </a:cubicBezTo>
                  <a:cubicBezTo>
                    <a:pt x="1299" y="673"/>
                    <a:pt x="1248" y="307"/>
                    <a:pt x="996" y="118"/>
                  </a:cubicBezTo>
                  <a:cubicBezTo>
                    <a:pt x="891" y="40"/>
                    <a:pt x="767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1217525" y="396280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42" y="1"/>
                  </a:moveTo>
                  <a:cubicBezTo>
                    <a:pt x="474" y="1"/>
                    <a:pt x="309" y="75"/>
                    <a:pt x="202" y="218"/>
                  </a:cubicBezTo>
                  <a:cubicBezTo>
                    <a:pt x="0" y="470"/>
                    <a:pt x="51" y="836"/>
                    <a:pt x="290" y="1037"/>
                  </a:cubicBezTo>
                  <a:cubicBezTo>
                    <a:pt x="391" y="1113"/>
                    <a:pt x="517" y="1151"/>
                    <a:pt x="655" y="1151"/>
                  </a:cubicBezTo>
                  <a:cubicBezTo>
                    <a:pt x="832" y="1151"/>
                    <a:pt x="996" y="1075"/>
                    <a:pt x="1109" y="936"/>
                  </a:cubicBezTo>
                  <a:cubicBezTo>
                    <a:pt x="1298" y="684"/>
                    <a:pt x="1260" y="319"/>
                    <a:pt x="1008" y="130"/>
                  </a:cubicBezTo>
                  <a:cubicBezTo>
                    <a:pt x="900" y="43"/>
                    <a:pt x="770" y="1"/>
                    <a:pt x="6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572350" y="3942525"/>
              <a:ext cx="33100" cy="28900"/>
            </a:xfrm>
            <a:custGeom>
              <a:rect b="b" l="l" r="r" t="t"/>
              <a:pathLst>
                <a:path extrusionOk="0" h="1156" w="1324">
                  <a:moveTo>
                    <a:pt x="679" y="0"/>
                  </a:moveTo>
                  <a:cubicBezTo>
                    <a:pt x="563" y="0"/>
                    <a:pt x="444" y="36"/>
                    <a:pt x="341" y="109"/>
                  </a:cubicBezTo>
                  <a:cubicBezTo>
                    <a:pt x="76" y="286"/>
                    <a:pt x="1" y="639"/>
                    <a:pt x="190" y="903"/>
                  </a:cubicBezTo>
                  <a:cubicBezTo>
                    <a:pt x="303" y="1067"/>
                    <a:pt x="479" y="1155"/>
                    <a:pt x="668" y="1155"/>
                  </a:cubicBezTo>
                  <a:cubicBezTo>
                    <a:pt x="782" y="1155"/>
                    <a:pt x="895" y="1117"/>
                    <a:pt x="996" y="1054"/>
                  </a:cubicBezTo>
                  <a:cubicBezTo>
                    <a:pt x="1261" y="878"/>
                    <a:pt x="1324" y="513"/>
                    <a:pt x="1147" y="248"/>
                  </a:cubicBezTo>
                  <a:cubicBezTo>
                    <a:pt x="1040" y="87"/>
                    <a:pt x="862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067250" y="3879100"/>
              <a:ext cx="32475" cy="28675"/>
            </a:xfrm>
            <a:custGeom>
              <a:rect b="b" l="l" r="r" t="t"/>
              <a:pathLst>
                <a:path extrusionOk="0" h="1147" w="1299">
                  <a:moveTo>
                    <a:pt x="646" y="0"/>
                  </a:moveTo>
                  <a:cubicBezTo>
                    <a:pt x="418" y="0"/>
                    <a:pt x="202" y="144"/>
                    <a:pt x="114" y="378"/>
                  </a:cubicBezTo>
                  <a:cubicBezTo>
                    <a:pt x="1" y="681"/>
                    <a:pt x="152" y="1008"/>
                    <a:pt x="454" y="1122"/>
                  </a:cubicBezTo>
                  <a:cubicBezTo>
                    <a:pt x="517" y="1134"/>
                    <a:pt x="580" y="1147"/>
                    <a:pt x="656" y="1147"/>
                  </a:cubicBezTo>
                  <a:cubicBezTo>
                    <a:pt x="895" y="1147"/>
                    <a:pt x="1109" y="996"/>
                    <a:pt x="1198" y="769"/>
                  </a:cubicBezTo>
                  <a:cubicBezTo>
                    <a:pt x="1298" y="479"/>
                    <a:pt x="1147" y="139"/>
                    <a:pt x="845" y="38"/>
                  </a:cubicBezTo>
                  <a:cubicBezTo>
                    <a:pt x="780" y="12"/>
                    <a:pt x="712" y="0"/>
                    <a:pt x="6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727975" y="3868450"/>
              <a:ext cx="32150" cy="28625"/>
            </a:xfrm>
            <a:custGeom>
              <a:rect b="b" l="l" r="r" t="t"/>
              <a:pathLst>
                <a:path extrusionOk="0" h="1145" w="1286">
                  <a:moveTo>
                    <a:pt x="650" y="0"/>
                  </a:moveTo>
                  <a:cubicBezTo>
                    <a:pt x="598" y="0"/>
                    <a:pt x="545" y="7"/>
                    <a:pt x="492" y="23"/>
                  </a:cubicBezTo>
                  <a:cubicBezTo>
                    <a:pt x="177" y="111"/>
                    <a:pt x="0" y="426"/>
                    <a:pt x="101" y="741"/>
                  </a:cubicBezTo>
                  <a:cubicBezTo>
                    <a:pt x="162" y="972"/>
                    <a:pt x="376" y="1145"/>
                    <a:pt x="629" y="1145"/>
                  </a:cubicBezTo>
                  <a:cubicBezTo>
                    <a:pt x="638" y="1145"/>
                    <a:pt x="647" y="1145"/>
                    <a:pt x="656" y="1144"/>
                  </a:cubicBezTo>
                  <a:cubicBezTo>
                    <a:pt x="706" y="1144"/>
                    <a:pt x="756" y="1144"/>
                    <a:pt x="807" y="1132"/>
                  </a:cubicBezTo>
                  <a:cubicBezTo>
                    <a:pt x="1122" y="1044"/>
                    <a:pt x="1286" y="716"/>
                    <a:pt x="1197" y="414"/>
                  </a:cubicBezTo>
                  <a:cubicBezTo>
                    <a:pt x="1125" y="164"/>
                    <a:pt x="897" y="0"/>
                    <a:pt x="6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899975" y="3846625"/>
              <a:ext cx="29325" cy="28700"/>
            </a:xfrm>
            <a:custGeom>
              <a:rect b="b" l="l" r="r" t="t"/>
              <a:pathLst>
                <a:path extrusionOk="0" h="1148" w="1173">
                  <a:moveTo>
                    <a:pt x="583" y="1"/>
                  </a:moveTo>
                  <a:cubicBezTo>
                    <a:pt x="278" y="1"/>
                    <a:pt x="25" y="248"/>
                    <a:pt x="13" y="556"/>
                  </a:cubicBezTo>
                  <a:cubicBezTo>
                    <a:pt x="0" y="871"/>
                    <a:pt x="252" y="1148"/>
                    <a:pt x="567" y="1148"/>
                  </a:cubicBezTo>
                  <a:lnTo>
                    <a:pt x="593" y="1148"/>
                  </a:lnTo>
                  <a:cubicBezTo>
                    <a:pt x="895" y="1148"/>
                    <a:pt x="1147" y="908"/>
                    <a:pt x="1160" y="593"/>
                  </a:cubicBezTo>
                  <a:cubicBezTo>
                    <a:pt x="1172" y="278"/>
                    <a:pt x="920" y="14"/>
                    <a:pt x="605" y="1"/>
                  </a:cubicBezTo>
                  <a:cubicBezTo>
                    <a:pt x="598" y="1"/>
                    <a:pt x="590" y="1"/>
                    <a:pt x="5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80750" y="5030800"/>
              <a:ext cx="33750" cy="33750"/>
            </a:xfrm>
            <a:custGeom>
              <a:rect b="b" l="l" r="r" t="t"/>
              <a:pathLst>
                <a:path extrusionOk="0" h="1350" w="1350">
                  <a:moveTo>
                    <a:pt x="681" y="1"/>
                  </a:moveTo>
                  <a:cubicBezTo>
                    <a:pt x="303" y="1"/>
                    <a:pt x="1" y="303"/>
                    <a:pt x="1" y="681"/>
                  </a:cubicBezTo>
                  <a:cubicBezTo>
                    <a:pt x="1" y="1047"/>
                    <a:pt x="303" y="1349"/>
                    <a:pt x="681" y="1349"/>
                  </a:cubicBezTo>
                  <a:cubicBezTo>
                    <a:pt x="688" y="1349"/>
                    <a:pt x="695" y="1350"/>
                    <a:pt x="702" y="1350"/>
                  </a:cubicBezTo>
                  <a:cubicBezTo>
                    <a:pt x="1058" y="1350"/>
                    <a:pt x="1349" y="1040"/>
                    <a:pt x="1349" y="681"/>
                  </a:cubicBezTo>
                  <a:cubicBezTo>
                    <a:pt x="1349" y="303"/>
                    <a:pt x="1047" y="1"/>
                    <a:pt x="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040800" y="5010050"/>
              <a:ext cx="37500" cy="34025"/>
            </a:xfrm>
            <a:custGeom>
              <a:rect b="b" l="l" r="r" t="t"/>
              <a:pathLst>
                <a:path extrusionOk="0" h="1361" w="1500">
                  <a:moveTo>
                    <a:pt x="755" y="0"/>
                  </a:moveTo>
                  <a:cubicBezTo>
                    <a:pt x="698" y="0"/>
                    <a:pt x="639" y="8"/>
                    <a:pt x="580" y="24"/>
                  </a:cubicBezTo>
                  <a:cubicBezTo>
                    <a:pt x="214" y="125"/>
                    <a:pt x="0" y="491"/>
                    <a:pt x="88" y="856"/>
                  </a:cubicBezTo>
                  <a:cubicBezTo>
                    <a:pt x="176" y="1159"/>
                    <a:pt x="441" y="1360"/>
                    <a:pt x="756" y="1360"/>
                  </a:cubicBezTo>
                  <a:cubicBezTo>
                    <a:pt x="806" y="1360"/>
                    <a:pt x="869" y="1360"/>
                    <a:pt x="920" y="1335"/>
                  </a:cubicBezTo>
                  <a:cubicBezTo>
                    <a:pt x="1285" y="1247"/>
                    <a:pt x="1500" y="869"/>
                    <a:pt x="1411" y="516"/>
                  </a:cubicBezTo>
                  <a:cubicBezTo>
                    <a:pt x="1327" y="209"/>
                    <a:pt x="1056" y="0"/>
                    <a:pt x="7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677875" y="4998800"/>
              <a:ext cx="38475" cy="34250"/>
            </a:xfrm>
            <a:custGeom>
              <a:rect b="b" l="l" r="r" t="t"/>
              <a:pathLst>
                <a:path extrusionOk="0" h="1370" w="1539">
                  <a:moveTo>
                    <a:pt x="774" y="1"/>
                  </a:moveTo>
                  <a:cubicBezTo>
                    <a:pt x="488" y="1"/>
                    <a:pt x="218" y="178"/>
                    <a:pt x="127" y="462"/>
                  </a:cubicBezTo>
                  <a:cubicBezTo>
                    <a:pt x="1" y="827"/>
                    <a:pt x="202" y="1205"/>
                    <a:pt x="555" y="1331"/>
                  </a:cubicBezTo>
                  <a:cubicBezTo>
                    <a:pt x="631" y="1344"/>
                    <a:pt x="694" y="1356"/>
                    <a:pt x="769" y="1369"/>
                  </a:cubicBezTo>
                  <a:cubicBezTo>
                    <a:pt x="1072" y="1369"/>
                    <a:pt x="1324" y="1167"/>
                    <a:pt x="1412" y="890"/>
                  </a:cubicBezTo>
                  <a:cubicBezTo>
                    <a:pt x="1538" y="537"/>
                    <a:pt x="1337" y="147"/>
                    <a:pt x="984" y="33"/>
                  </a:cubicBezTo>
                  <a:cubicBezTo>
                    <a:pt x="914" y="11"/>
                    <a:pt x="844" y="1"/>
                    <a:pt x="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226025" y="4928250"/>
              <a:ext cx="38775" cy="34225"/>
            </a:xfrm>
            <a:custGeom>
              <a:rect b="b" l="l" r="r" t="t"/>
              <a:pathLst>
                <a:path extrusionOk="0" h="1369" w="1551">
                  <a:moveTo>
                    <a:pt x="774" y="0"/>
                  </a:moveTo>
                  <a:cubicBezTo>
                    <a:pt x="647" y="0"/>
                    <a:pt x="518" y="35"/>
                    <a:pt x="404" y="108"/>
                  </a:cubicBezTo>
                  <a:cubicBezTo>
                    <a:pt x="89" y="310"/>
                    <a:pt x="0" y="738"/>
                    <a:pt x="202" y="1053"/>
                  </a:cubicBezTo>
                  <a:cubicBezTo>
                    <a:pt x="328" y="1242"/>
                    <a:pt x="542" y="1368"/>
                    <a:pt x="782" y="1368"/>
                  </a:cubicBezTo>
                  <a:cubicBezTo>
                    <a:pt x="908" y="1356"/>
                    <a:pt x="1034" y="1331"/>
                    <a:pt x="1147" y="1255"/>
                  </a:cubicBezTo>
                  <a:cubicBezTo>
                    <a:pt x="1462" y="1053"/>
                    <a:pt x="1550" y="625"/>
                    <a:pt x="1349" y="310"/>
                  </a:cubicBezTo>
                  <a:cubicBezTo>
                    <a:pt x="1220" y="109"/>
                    <a:pt x="999" y="0"/>
                    <a:pt x="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497700" y="4905725"/>
              <a:ext cx="38125" cy="33750"/>
            </a:xfrm>
            <a:custGeom>
              <a:rect b="b" l="l" r="r" t="t"/>
              <a:pathLst>
                <a:path extrusionOk="0" h="1350" w="1525">
                  <a:moveTo>
                    <a:pt x="764" y="1"/>
                  </a:moveTo>
                  <a:cubicBezTo>
                    <a:pt x="557" y="1"/>
                    <a:pt x="351" y="96"/>
                    <a:pt x="214" y="279"/>
                  </a:cubicBezTo>
                  <a:cubicBezTo>
                    <a:pt x="0" y="568"/>
                    <a:pt x="63" y="997"/>
                    <a:pt x="366" y="1224"/>
                  </a:cubicBezTo>
                  <a:cubicBezTo>
                    <a:pt x="479" y="1299"/>
                    <a:pt x="618" y="1350"/>
                    <a:pt x="756" y="1350"/>
                  </a:cubicBezTo>
                  <a:cubicBezTo>
                    <a:pt x="970" y="1350"/>
                    <a:pt x="1172" y="1249"/>
                    <a:pt x="1311" y="1072"/>
                  </a:cubicBezTo>
                  <a:cubicBezTo>
                    <a:pt x="1525" y="770"/>
                    <a:pt x="1462" y="354"/>
                    <a:pt x="1159" y="127"/>
                  </a:cubicBezTo>
                  <a:cubicBezTo>
                    <a:pt x="1039" y="42"/>
                    <a:pt x="901" y="1"/>
                    <a:pt x="7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1377225" y="4792825"/>
              <a:ext cx="38475" cy="33875"/>
            </a:xfrm>
            <a:custGeom>
              <a:rect b="b" l="l" r="r" t="t"/>
              <a:pathLst>
                <a:path extrusionOk="0" h="1355" w="1539">
                  <a:moveTo>
                    <a:pt x="762" y="0"/>
                  </a:moveTo>
                  <a:cubicBezTo>
                    <a:pt x="567" y="0"/>
                    <a:pt x="374" y="84"/>
                    <a:pt x="240" y="246"/>
                  </a:cubicBezTo>
                  <a:cubicBezTo>
                    <a:pt x="1" y="535"/>
                    <a:pt x="51" y="964"/>
                    <a:pt x="341" y="1203"/>
                  </a:cubicBezTo>
                  <a:cubicBezTo>
                    <a:pt x="467" y="1304"/>
                    <a:pt x="618" y="1355"/>
                    <a:pt x="769" y="1355"/>
                  </a:cubicBezTo>
                  <a:cubicBezTo>
                    <a:pt x="971" y="1355"/>
                    <a:pt x="1173" y="1266"/>
                    <a:pt x="1299" y="1115"/>
                  </a:cubicBezTo>
                  <a:cubicBezTo>
                    <a:pt x="1538" y="813"/>
                    <a:pt x="1488" y="384"/>
                    <a:pt x="1198" y="157"/>
                  </a:cubicBezTo>
                  <a:cubicBezTo>
                    <a:pt x="1070" y="52"/>
                    <a:pt x="916" y="0"/>
                    <a:pt x="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55300" y="4760850"/>
              <a:ext cx="38150" cy="34025"/>
            </a:xfrm>
            <a:custGeom>
              <a:rect b="b" l="l" r="r" t="t"/>
              <a:pathLst>
                <a:path extrusionOk="0" h="1361" w="1526">
                  <a:moveTo>
                    <a:pt x="761" y="0"/>
                  </a:moveTo>
                  <a:cubicBezTo>
                    <a:pt x="623" y="0"/>
                    <a:pt x="485" y="42"/>
                    <a:pt x="366" y="126"/>
                  </a:cubicBezTo>
                  <a:cubicBezTo>
                    <a:pt x="64" y="353"/>
                    <a:pt x="1" y="769"/>
                    <a:pt x="215" y="1071"/>
                  </a:cubicBezTo>
                  <a:cubicBezTo>
                    <a:pt x="341" y="1247"/>
                    <a:pt x="542" y="1361"/>
                    <a:pt x="757" y="1361"/>
                  </a:cubicBezTo>
                  <a:cubicBezTo>
                    <a:pt x="908" y="1361"/>
                    <a:pt x="1034" y="1310"/>
                    <a:pt x="1160" y="1235"/>
                  </a:cubicBezTo>
                  <a:cubicBezTo>
                    <a:pt x="1462" y="1008"/>
                    <a:pt x="1525" y="592"/>
                    <a:pt x="1311" y="290"/>
                  </a:cubicBezTo>
                  <a:cubicBezTo>
                    <a:pt x="1181" y="99"/>
                    <a:pt x="972" y="0"/>
                    <a:pt x="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1478975" y="4616950"/>
              <a:ext cx="38475" cy="34275"/>
            </a:xfrm>
            <a:custGeom>
              <a:rect b="b" l="l" r="r" t="t"/>
              <a:pathLst>
                <a:path extrusionOk="0" h="1371" w="1539">
                  <a:moveTo>
                    <a:pt x="761" y="0"/>
                  </a:moveTo>
                  <a:cubicBezTo>
                    <a:pt x="489" y="0"/>
                    <a:pt x="233" y="167"/>
                    <a:pt x="127" y="438"/>
                  </a:cubicBezTo>
                  <a:cubicBezTo>
                    <a:pt x="1" y="791"/>
                    <a:pt x="177" y="1182"/>
                    <a:pt x="517" y="1320"/>
                  </a:cubicBezTo>
                  <a:cubicBezTo>
                    <a:pt x="606" y="1346"/>
                    <a:pt x="681" y="1371"/>
                    <a:pt x="769" y="1371"/>
                  </a:cubicBezTo>
                  <a:cubicBezTo>
                    <a:pt x="1047" y="1358"/>
                    <a:pt x="1299" y="1194"/>
                    <a:pt x="1400" y="930"/>
                  </a:cubicBezTo>
                  <a:cubicBezTo>
                    <a:pt x="1538" y="577"/>
                    <a:pt x="1362" y="186"/>
                    <a:pt x="1009" y="48"/>
                  </a:cubicBezTo>
                  <a:cubicBezTo>
                    <a:pt x="927" y="16"/>
                    <a:pt x="843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64900" y="4578900"/>
              <a:ext cx="38125" cy="34225"/>
            </a:xfrm>
            <a:custGeom>
              <a:rect b="b" l="l" r="r" t="t"/>
              <a:pathLst>
                <a:path extrusionOk="0" h="1369" w="1525">
                  <a:moveTo>
                    <a:pt x="761" y="1"/>
                  </a:moveTo>
                  <a:cubicBezTo>
                    <a:pt x="693" y="1"/>
                    <a:pt x="623" y="11"/>
                    <a:pt x="555" y="32"/>
                  </a:cubicBezTo>
                  <a:cubicBezTo>
                    <a:pt x="202" y="146"/>
                    <a:pt x="0" y="524"/>
                    <a:pt x="113" y="889"/>
                  </a:cubicBezTo>
                  <a:cubicBezTo>
                    <a:pt x="202" y="1167"/>
                    <a:pt x="466" y="1368"/>
                    <a:pt x="756" y="1368"/>
                  </a:cubicBezTo>
                  <a:cubicBezTo>
                    <a:pt x="832" y="1368"/>
                    <a:pt x="895" y="1356"/>
                    <a:pt x="958" y="1330"/>
                  </a:cubicBezTo>
                  <a:cubicBezTo>
                    <a:pt x="1323" y="1217"/>
                    <a:pt x="1525" y="839"/>
                    <a:pt x="1411" y="486"/>
                  </a:cubicBezTo>
                  <a:cubicBezTo>
                    <a:pt x="1319" y="190"/>
                    <a:pt x="1053" y="1"/>
                    <a:pt x="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522150" y="4418375"/>
              <a:ext cx="34975" cy="34075"/>
            </a:xfrm>
            <a:custGeom>
              <a:rect b="b" l="l" r="r" t="t"/>
              <a:pathLst>
                <a:path extrusionOk="0" h="1363" w="1399">
                  <a:moveTo>
                    <a:pt x="685" y="0"/>
                  </a:moveTo>
                  <a:cubicBezTo>
                    <a:pt x="328" y="0"/>
                    <a:pt x="37" y="282"/>
                    <a:pt x="25" y="644"/>
                  </a:cubicBezTo>
                  <a:cubicBezTo>
                    <a:pt x="0" y="1022"/>
                    <a:pt x="290" y="1337"/>
                    <a:pt x="668" y="1350"/>
                  </a:cubicBezTo>
                  <a:cubicBezTo>
                    <a:pt x="681" y="1363"/>
                    <a:pt x="693" y="1363"/>
                    <a:pt x="693" y="1363"/>
                  </a:cubicBezTo>
                  <a:cubicBezTo>
                    <a:pt x="1059" y="1363"/>
                    <a:pt x="1361" y="1073"/>
                    <a:pt x="1374" y="707"/>
                  </a:cubicBezTo>
                  <a:cubicBezTo>
                    <a:pt x="1399" y="329"/>
                    <a:pt x="1109" y="14"/>
                    <a:pt x="731" y="2"/>
                  </a:cubicBezTo>
                  <a:cubicBezTo>
                    <a:pt x="716" y="1"/>
                    <a:pt x="700" y="0"/>
                    <a:pt x="6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38125" y="4378075"/>
              <a:ext cx="34025" cy="34050"/>
            </a:xfrm>
            <a:custGeom>
              <a:rect b="b" l="l" r="r" t="t"/>
              <a:pathLst>
                <a:path extrusionOk="0" h="1362" w="1361">
                  <a:moveTo>
                    <a:pt x="693" y="1"/>
                  </a:moveTo>
                  <a:cubicBezTo>
                    <a:pt x="315" y="1"/>
                    <a:pt x="0" y="291"/>
                    <a:pt x="0" y="669"/>
                  </a:cubicBezTo>
                  <a:cubicBezTo>
                    <a:pt x="0" y="1047"/>
                    <a:pt x="290" y="1349"/>
                    <a:pt x="668" y="1362"/>
                  </a:cubicBezTo>
                  <a:lnTo>
                    <a:pt x="680" y="1362"/>
                  </a:lnTo>
                  <a:cubicBezTo>
                    <a:pt x="1046" y="1362"/>
                    <a:pt x="1348" y="1059"/>
                    <a:pt x="1361" y="694"/>
                  </a:cubicBezTo>
                  <a:cubicBezTo>
                    <a:pt x="1361" y="316"/>
                    <a:pt x="1058" y="1"/>
                    <a:pt x="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498200" y="4216475"/>
              <a:ext cx="37825" cy="34375"/>
            </a:xfrm>
            <a:custGeom>
              <a:rect b="b" l="l" r="r" t="t"/>
              <a:pathLst>
                <a:path extrusionOk="0" h="1375" w="1513">
                  <a:moveTo>
                    <a:pt x="751" y="1"/>
                  </a:moveTo>
                  <a:cubicBezTo>
                    <a:pt x="690" y="1"/>
                    <a:pt x="629" y="9"/>
                    <a:pt x="568" y="26"/>
                  </a:cubicBezTo>
                  <a:cubicBezTo>
                    <a:pt x="215" y="127"/>
                    <a:pt x="0" y="505"/>
                    <a:pt x="101" y="870"/>
                  </a:cubicBezTo>
                  <a:cubicBezTo>
                    <a:pt x="177" y="1160"/>
                    <a:pt x="442" y="1362"/>
                    <a:pt x="757" y="1374"/>
                  </a:cubicBezTo>
                  <a:cubicBezTo>
                    <a:pt x="807" y="1362"/>
                    <a:pt x="870" y="1362"/>
                    <a:pt x="933" y="1349"/>
                  </a:cubicBezTo>
                  <a:cubicBezTo>
                    <a:pt x="1298" y="1236"/>
                    <a:pt x="1513" y="870"/>
                    <a:pt x="1412" y="505"/>
                  </a:cubicBezTo>
                  <a:cubicBezTo>
                    <a:pt x="1328" y="200"/>
                    <a:pt x="1052" y="1"/>
                    <a:pt x="7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71200" y="4178025"/>
              <a:ext cx="38125" cy="34075"/>
            </a:xfrm>
            <a:custGeom>
              <a:rect b="b" l="l" r="r" t="t"/>
              <a:pathLst>
                <a:path extrusionOk="0" h="1363" w="1525">
                  <a:moveTo>
                    <a:pt x="758" y="0"/>
                  </a:moveTo>
                  <a:cubicBezTo>
                    <a:pt x="478" y="0"/>
                    <a:pt x="216" y="176"/>
                    <a:pt x="126" y="455"/>
                  </a:cubicBezTo>
                  <a:cubicBezTo>
                    <a:pt x="0" y="808"/>
                    <a:pt x="189" y="1198"/>
                    <a:pt x="542" y="1324"/>
                  </a:cubicBezTo>
                  <a:cubicBezTo>
                    <a:pt x="605" y="1350"/>
                    <a:pt x="681" y="1362"/>
                    <a:pt x="769" y="1362"/>
                  </a:cubicBezTo>
                  <a:cubicBezTo>
                    <a:pt x="1059" y="1362"/>
                    <a:pt x="1311" y="1173"/>
                    <a:pt x="1411" y="909"/>
                  </a:cubicBezTo>
                  <a:cubicBezTo>
                    <a:pt x="1525" y="543"/>
                    <a:pt x="1336" y="165"/>
                    <a:pt x="983" y="39"/>
                  </a:cubicBezTo>
                  <a:cubicBezTo>
                    <a:pt x="909" y="13"/>
                    <a:pt x="83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1412825" y="4031775"/>
              <a:ext cx="39100" cy="34150"/>
            </a:xfrm>
            <a:custGeom>
              <a:rect b="b" l="l" r="r" t="t"/>
              <a:pathLst>
                <a:path extrusionOk="0" h="1366" w="1564">
                  <a:moveTo>
                    <a:pt x="784" y="1"/>
                  </a:moveTo>
                  <a:cubicBezTo>
                    <a:pt x="654" y="1"/>
                    <a:pt x="521" y="38"/>
                    <a:pt x="404" y="118"/>
                  </a:cubicBezTo>
                  <a:cubicBezTo>
                    <a:pt x="89" y="332"/>
                    <a:pt x="1" y="761"/>
                    <a:pt x="215" y="1063"/>
                  </a:cubicBezTo>
                  <a:cubicBezTo>
                    <a:pt x="341" y="1252"/>
                    <a:pt x="555" y="1365"/>
                    <a:pt x="782" y="1365"/>
                  </a:cubicBezTo>
                  <a:cubicBezTo>
                    <a:pt x="921" y="1365"/>
                    <a:pt x="1047" y="1328"/>
                    <a:pt x="1160" y="1252"/>
                  </a:cubicBezTo>
                  <a:cubicBezTo>
                    <a:pt x="1475" y="1050"/>
                    <a:pt x="1563" y="622"/>
                    <a:pt x="1349" y="307"/>
                  </a:cubicBezTo>
                  <a:cubicBezTo>
                    <a:pt x="1222" y="109"/>
                    <a:pt x="1006" y="1"/>
                    <a:pt x="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67275" y="3999475"/>
              <a:ext cx="37825" cy="33675"/>
            </a:xfrm>
            <a:custGeom>
              <a:rect b="b" l="l" r="r" t="t"/>
              <a:pathLst>
                <a:path extrusionOk="0" h="1347" w="1513">
                  <a:moveTo>
                    <a:pt x="764" y="0"/>
                  </a:moveTo>
                  <a:cubicBezTo>
                    <a:pt x="561" y="0"/>
                    <a:pt x="361" y="92"/>
                    <a:pt x="227" y="263"/>
                  </a:cubicBezTo>
                  <a:cubicBezTo>
                    <a:pt x="0" y="566"/>
                    <a:pt x="51" y="982"/>
                    <a:pt x="353" y="1208"/>
                  </a:cubicBezTo>
                  <a:cubicBezTo>
                    <a:pt x="467" y="1297"/>
                    <a:pt x="605" y="1347"/>
                    <a:pt x="756" y="1347"/>
                  </a:cubicBezTo>
                  <a:cubicBezTo>
                    <a:pt x="971" y="1347"/>
                    <a:pt x="1172" y="1246"/>
                    <a:pt x="1298" y="1082"/>
                  </a:cubicBezTo>
                  <a:cubicBezTo>
                    <a:pt x="1512" y="780"/>
                    <a:pt x="1462" y="364"/>
                    <a:pt x="1172" y="137"/>
                  </a:cubicBezTo>
                  <a:cubicBezTo>
                    <a:pt x="1048" y="44"/>
                    <a:pt x="906" y="0"/>
                    <a:pt x="7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1275475" y="3883100"/>
              <a:ext cx="38150" cy="33825"/>
            </a:xfrm>
            <a:custGeom>
              <a:rect b="b" l="l" r="r" t="t"/>
              <a:pathLst>
                <a:path extrusionOk="0" h="1353" w="1526">
                  <a:moveTo>
                    <a:pt x="758" y="1"/>
                  </a:moveTo>
                  <a:cubicBezTo>
                    <a:pt x="558" y="1"/>
                    <a:pt x="359" y="88"/>
                    <a:pt x="227" y="256"/>
                  </a:cubicBezTo>
                  <a:cubicBezTo>
                    <a:pt x="1" y="546"/>
                    <a:pt x="51" y="974"/>
                    <a:pt x="341" y="1214"/>
                  </a:cubicBezTo>
                  <a:cubicBezTo>
                    <a:pt x="454" y="1302"/>
                    <a:pt x="606" y="1352"/>
                    <a:pt x="757" y="1352"/>
                  </a:cubicBezTo>
                  <a:cubicBezTo>
                    <a:pt x="958" y="1352"/>
                    <a:pt x="1160" y="1251"/>
                    <a:pt x="1286" y="1088"/>
                  </a:cubicBezTo>
                  <a:cubicBezTo>
                    <a:pt x="1525" y="798"/>
                    <a:pt x="1462" y="369"/>
                    <a:pt x="1173" y="143"/>
                  </a:cubicBezTo>
                  <a:cubicBezTo>
                    <a:pt x="1050" y="47"/>
                    <a:pt x="904" y="1"/>
                    <a:pt x="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513750" y="3859050"/>
              <a:ext cx="38775" cy="33925"/>
            </a:xfrm>
            <a:custGeom>
              <a:rect b="b" l="l" r="r" t="t"/>
              <a:pathLst>
                <a:path extrusionOk="0" h="1357" w="1551">
                  <a:moveTo>
                    <a:pt x="780" y="0"/>
                  </a:moveTo>
                  <a:cubicBezTo>
                    <a:pt x="647" y="0"/>
                    <a:pt x="512" y="40"/>
                    <a:pt x="391" y="122"/>
                  </a:cubicBezTo>
                  <a:cubicBezTo>
                    <a:pt x="89" y="336"/>
                    <a:pt x="1" y="764"/>
                    <a:pt x="215" y="1067"/>
                  </a:cubicBezTo>
                  <a:cubicBezTo>
                    <a:pt x="341" y="1243"/>
                    <a:pt x="555" y="1357"/>
                    <a:pt x="782" y="1357"/>
                  </a:cubicBezTo>
                  <a:cubicBezTo>
                    <a:pt x="908" y="1357"/>
                    <a:pt x="1047" y="1319"/>
                    <a:pt x="1160" y="1243"/>
                  </a:cubicBezTo>
                  <a:cubicBezTo>
                    <a:pt x="1475" y="1029"/>
                    <a:pt x="1551" y="601"/>
                    <a:pt x="1336" y="298"/>
                  </a:cubicBezTo>
                  <a:cubicBezTo>
                    <a:pt x="1204" y="103"/>
                    <a:pt x="995" y="0"/>
                    <a:pt x="7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1098125" y="3784200"/>
              <a:ext cx="38150" cy="33800"/>
            </a:xfrm>
            <a:custGeom>
              <a:rect b="b" l="l" r="r" t="t"/>
              <a:pathLst>
                <a:path extrusionOk="0" h="1352" w="1526">
                  <a:moveTo>
                    <a:pt x="763" y="0"/>
                  </a:moveTo>
                  <a:cubicBezTo>
                    <a:pt x="485" y="0"/>
                    <a:pt x="225" y="168"/>
                    <a:pt x="126" y="444"/>
                  </a:cubicBezTo>
                  <a:cubicBezTo>
                    <a:pt x="0" y="797"/>
                    <a:pt x="177" y="1188"/>
                    <a:pt x="530" y="1314"/>
                  </a:cubicBezTo>
                  <a:cubicBezTo>
                    <a:pt x="605" y="1339"/>
                    <a:pt x="681" y="1352"/>
                    <a:pt x="756" y="1352"/>
                  </a:cubicBezTo>
                  <a:cubicBezTo>
                    <a:pt x="1046" y="1352"/>
                    <a:pt x="1298" y="1175"/>
                    <a:pt x="1399" y="911"/>
                  </a:cubicBezTo>
                  <a:cubicBezTo>
                    <a:pt x="1525" y="558"/>
                    <a:pt x="1349" y="167"/>
                    <a:pt x="996" y="41"/>
                  </a:cubicBezTo>
                  <a:cubicBezTo>
                    <a:pt x="919" y="14"/>
                    <a:pt x="840" y="0"/>
                    <a:pt x="7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97425" y="3771525"/>
              <a:ext cx="37825" cy="33875"/>
            </a:xfrm>
            <a:custGeom>
              <a:rect b="b" l="l" r="r" t="t"/>
              <a:pathLst>
                <a:path extrusionOk="0" h="1355" w="1513">
                  <a:moveTo>
                    <a:pt x="767" y="1"/>
                  </a:moveTo>
                  <a:cubicBezTo>
                    <a:pt x="701" y="1"/>
                    <a:pt x="634" y="11"/>
                    <a:pt x="567" y="31"/>
                  </a:cubicBezTo>
                  <a:cubicBezTo>
                    <a:pt x="202" y="132"/>
                    <a:pt x="0" y="510"/>
                    <a:pt x="101" y="876"/>
                  </a:cubicBezTo>
                  <a:cubicBezTo>
                    <a:pt x="189" y="1166"/>
                    <a:pt x="454" y="1355"/>
                    <a:pt x="756" y="1355"/>
                  </a:cubicBezTo>
                  <a:cubicBezTo>
                    <a:pt x="819" y="1355"/>
                    <a:pt x="895" y="1355"/>
                    <a:pt x="958" y="1329"/>
                  </a:cubicBezTo>
                  <a:cubicBezTo>
                    <a:pt x="1311" y="1229"/>
                    <a:pt x="1512" y="850"/>
                    <a:pt x="1411" y="485"/>
                  </a:cubicBezTo>
                  <a:cubicBezTo>
                    <a:pt x="1329" y="197"/>
                    <a:pt x="1061" y="1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900600" y="3745825"/>
              <a:ext cx="34375" cy="34050"/>
            </a:xfrm>
            <a:custGeom>
              <a:rect b="b" l="l" r="r" t="t"/>
              <a:pathLst>
                <a:path extrusionOk="0" h="1362" w="1375">
                  <a:moveTo>
                    <a:pt x="683" y="1"/>
                  </a:moveTo>
                  <a:cubicBezTo>
                    <a:pt x="316" y="1"/>
                    <a:pt x="26" y="286"/>
                    <a:pt x="13" y="656"/>
                  </a:cubicBezTo>
                  <a:cubicBezTo>
                    <a:pt x="1" y="1034"/>
                    <a:pt x="290" y="1349"/>
                    <a:pt x="668" y="1362"/>
                  </a:cubicBezTo>
                  <a:lnTo>
                    <a:pt x="681" y="1362"/>
                  </a:lnTo>
                  <a:cubicBezTo>
                    <a:pt x="1059" y="1362"/>
                    <a:pt x="1349" y="1072"/>
                    <a:pt x="1362" y="707"/>
                  </a:cubicBezTo>
                  <a:cubicBezTo>
                    <a:pt x="1374" y="329"/>
                    <a:pt x="1084" y="14"/>
                    <a:pt x="706" y="1"/>
                  </a:cubicBezTo>
                  <a:cubicBezTo>
                    <a:pt x="698" y="1"/>
                    <a:pt x="690" y="1"/>
                    <a:pt x="6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3"/>
          <p:cNvGrpSpPr/>
          <p:nvPr/>
        </p:nvGrpSpPr>
        <p:grpSpPr>
          <a:xfrm>
            <a:off x="3482718" y="663797"/>
            <a:ext cx="664870" cy="665626"/>
            <a:chOff x="865862" y="3207306"/>
            <a:chExt cx="364483" cy="364896"/>
          </a:xfrm>
        </p:grpSpPr>
        <p:sp>
          <p:nvSpPr>
            <p:cNvPr id="197" name="Google Shape;197;p3"/>
            <p:cNvSpPr/>
            <p:nvPr/>
          </p:nvSpPr>
          <p:spPr>
            <a:xfrm>
              <a:off x="928229" y="3269323"/>
              <a:ext cx="240131" cy="240100"/>
            </a:xfrm>
            <a:custGeom>
              <a:rect b="b" l="l" r="r" t="t"/>
              <a:pathLst>
                <a:path extrusionOk="0" h="7561" w="7562">
                  <a:moveTo>
                    <a:pt x="3775" y="0"/>
                  </a:moveTo>
                  <a:cubicBezTo>
                    <a:pt x="1692" y="0"/>
                    <a:pt x="1" y="1703"/>
                    <a:pt x="1" y="3787"/>
                  </a:cubicBezTo>
                  <a:cubicBezTo>
                    <a:pt x="1" y="5870"/>
                    <a:pt x="1692" y="7561"/>
                    <a:pt x="3775" y="7561"/>
                  </a:cubicBezTo>
                  <a:cubicBezTo>
                    <a:pt x="4454" y="7561"/>
                    <a:pt x="5121" y="7382"/>
                    <a:pt x="5704" y="7037"/>
                  </a:cubicBezTo>
                  <a:cubicBezTo>
                    <a:pt x="5787" y="6977"/>
                    <a:pt x="5823" y="6858"/>
                    <a:pt x="5775" y="6775"/>
                  </a:cubicBezTo>
                  <a:cubicBezTo>
                    <a:pt x="5736" y="6720"/>
                    <a:pt x="5672" y="6691"/>
                    <a:pt x="5605" y="6691"/>
                  </a:cubicBezTo>
                  <a:cubicBezTo>
                    <a:pt x="5570" y="6691"/>
                    <a:pt x="5534" y="6699"/>
                    <a:pt x="5502" y="6716"/>
                  </a:cubicBezTo>
                  <a:cubicBezTo>
                    <a:pt x="4990" y="7025"/>
                    <a:pt x="4394" y="7192"/>
                    <a:pt x="3775" y="7192"/>
                  </a:cubicBezTo>
                  <a:cubicBezTo>
                    <a:pt x="1906" y="7192"/>
                    <a:pt x="382" y="5668"/>
                    <a:pt x="382" y="3798"/>
                  </a:cubicBezTo>
                  <a:cubicBezTo>
                    <a:pt x="382" y="1917"/>
                    <a:pt x="1906" y="405"/>
                    <a:pt x="3775" y="405"/>
                  </a:cubicBezTo>
                  <a:cubicBezTo>
                    <a:pt x="5656" y="405"/>
                    <a:pt x="7168" y="1917"/>
                    <a:pt x="7168" y="3798"/>
                  </a:cubicBezTo>
                  <a:cubicBezTo>
                    <a:pt x="7168" y="4775"/>
                    <a:pt x="6740" y="5715"/>
                    <a:pt x="6002" y="6358"/>
                  </a:cubicBezTo>
                  <a:cubicBezTo>
                    <a:pt x="5918" y="6430"/>
                    <a:pt x="5906" y="6549"/>
                    <a:pt x="5978" y="6620"/>
                  </a:cubicBezTo>
                  <a:cubicBezTo>
                    <a:pt x="6024" y="6667"/>
                    <a:pt x="6082" y="6691"/>
                    <a:pt x="6136" y="6691"/>
                  </a:cubicBezTo>
                  <a:cubicBezTo>
                    <a:pt x="6179" y="6691"/>
                    <a:pt x="6220" y="6676"/>
                    <a:pt x="6252" y="6644"/>
                  </a:cubicBezTo>
                  <a:cubicBezTo>
                    <a:pt x="7085" y="5930"/>
                    <a:pt x="7561" y="4882"/>
                    <a:pt x="7561" y="3787"/>
                  </a:cubicBezTo>
                  <a:cubicBezTo>
                    <a:pt x="7561" y="1703"/>
                    <a:pt x="5859" y="0"/>
                    <a:pt x="3775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956205" y="3297681"/>
              <a:ext cx="184179" cy="184147"/>
            </a:xfrm>
            <a:custGeom>
              <a:rect b="b" l="l" r="r" t="t"/>
              <a:pathLst>
                <a:path extrusionOk="0" h="5799" w="5800">
                  <a:moveTo>
                    <a:pt x="2894" y="0"/>
                  </a:moveTo>
                  <a:cubicBezTo>
                    <a:pt x="1311" y="0"/>
                    <a:pt x="1" y="1298"/>
                    <a:pt x="1" y="2905"/>
                  </a:cubicBezTo>
                  <a:cubicBezTo>
                    <a:pt x="1" y="4501"/>
                    <a:pt x="1287" y="5799"/>
                    <a:pt x="2894" y="5799"/>
                  </a:cubicBezTo>
                  <a:cubicBezTo>
                    <a:pt x="4502" y="5799"/>
                    <a:pt x="5799" y="4513"/>
                    <a:pt x="5799" y="2905"/>
                  </a:cubicBezTo>
                  <a:cubicBezTo>
                    <a:pt x="5799" y="2322"/>
                    <a:pt x="5621" y="1751"/>
                    <a:pt x="5311" y="1286"/>
                  </a:cubicBezTo>
                  <a:cubicBezTo>
                    <a:pt x="5276" y="1229"/>
                    <a:pt x="5219" y="1202"/>
                    <a:pt x="5159" y="1202"/>
                  </a:cubicBezTo>
                  <a:cubicBezTo>
                    <a:pt x="5118" y="1202"/>
                    <a:pt x="5076" y="1215"/>
                    <a:pt x="5037" y="1239"/>
                  </a:cubicBezTo>
                  <a:cubicBezTo>
                    <a:pt x="4954" y="1298"/>
                    <a:pt x="4942" y="1417"/>
                    <a:pt x="5002" y="1501"/>
                  </a:cubicBezTo>
                  <a:cubicBezTo>
                    <a:pt x="5275" y="1917"/>
                    <a:pt x="5430" y="2417"/>
                    <a:pt x="5430" y="2905"/>
                  </a:cubicBezTo>
                  <a:cubicBezTo>
                    <a:pt x="5430" y="4287"/>
                    <a:pt x="4299" y="5418"/>
                    <a:pt x="2918" y="5418"/>
                  </a:cubicBezTo>
                  <a:cubicBezTo>
                    <a:pt x="1525" y="5418"/>
                    <a:pt x="394" y="4287"/>
                    <a:pt x="394" y="2905"/>
                  </a:cubicBezTo>
                  <a:cubicBezTo>
                    <a:pt x="394" y="1524"/>
                    <a:pt x="1513" y="393"/>
                    <a:pt x="2894" y="393"/>
                  </a:cubicBezTo>
                  <a:cubicBezTo>
                    <a:pt x="3525" y="393"/>
                    <a:pt x="4132" y="631"/>
                    <a:pt x="4597" y="1036"/>
                  </a:cubicBezTo>
                  <a:cubicBezTo>
                    <a:pt x="4628" y="1073"/>
                    <a:pt x="4669" y="1089"/>
                    <a:pt x="4712" y="1089"/>
                  </a:cubicBezTo>
                  <a:cubicBezTo>
                    <a:pt x="4764" y="1089"/>
                    <a:pt x="4819" y="1064"/>
                    <a:pt x="4859" y="1024"/>
                  </a:cubicBezTo>
                  <a:cubicBezTo>
                    <a:pt x="4942" y="953"/>
                    <a:pt x="4918" y="834"/>
                    <a:pt x="4847" y="762"/>
                  </a:cubicBezTo>
                  <a:cubicBezTo>
                    <a:pt x="4311" y="274"/>
                    <a:pt x="3609" y="0"/>
                    <a:pt x="2894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1042039" y="3207306"/>
              <a:ext cx="12511" cy="47664"/>
            </a:xfrm>
            <a:custGeom>
              <a:rect b="b" l="l" r="r" t="t"/>
              <a:pathLst>
                <a:path extrusionOk="0" h="1501" w="394">
                  <a:moveTo>
                    <a:pt x="191" y="1"/>
                  </a:moveTo>
                  <a:cubicBezTo>
                    <a:pt x="96" y="1"/>
                    <a:pt x="1" y="96"/>
                    <a:pt x="1" y="203"/>
                  </a:cubicBezTo>
                  <a:lnTo>
                    <a:pt x="1" y="1310"/>
                  </a:lnTo>
                  <a:cubicBezTo>
                    <a:pt x="1" y="1430"/>
                    <a:pt x="96" y="1501"/>
                    <a:pt x="191" y="1501"/>
                  </a:cubicBezTo>
                  <a:cubicBezTo>
                    <a:pt x="298" y="1501"/>
                    <a:pt x="394" y="1418"/>
                    <a:pt x="394" y="1310"/>
                  </a:cubicBezTo>
                  <a:lnTo>
                    <a:pt x="394" y="203"/>
                  </a:lnTo>
                  <a:cubicBezTo>
                    <a:pt x="394" y="96"/>
                    <a:pt x="298" y="1"/>
                    <a:pt x="191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1042039" y="3524538"/>
              <a:ext cx="12511" cy="47664"/>
            </a:xfrm>
            <a:custGeom>
              <a:rect b="b" l="l" r="r" t="t"/>
              <a:pathLst>
                <a:path extrusionOk="0" h="1501" w="394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1310"/>
                  </a:lnTo>
                  <a:cubicBezTo>
                    <a:pt x="1" y="1417"/>
                    <a:pt x="84" y="1500"/>
                    <a:pt x="191" y="1500"/>
                  </a:cubicBezTo>
                  <a:cubicBezTo>
                    <a:pt x="298" y="1500"/>
                    <a:pt x="394" y="1417"/>
                    <a:pt x="394" y="1310"/>
                  </a:cubicBezTo>
                  <a:lnTo>
                    <a:pt x="394" y="191"/>
                  </a:ln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953188" y="3230836"/>
              <a:ext cx="31406" cy="43441"/>
            </a:xfrm>
            <a:custGeom>
              <a:rect b="b" l="l" r="r" t="t"/>
              <a:pathLst>
                <a:path extrusionOk="0" h="1368" w="989">
                  <a:moveTo>
                    <a:pt x="217" y="0"/>
                  </a:moveTo>
                  <a:cubicBezTo>
                    <a:pt x="185" y="0"/>
                    <a:pt x="153" y="7"/>
                    <a:pt x="120" y="22"/>
                  </a:cubicBezTo>
                  <a:cubicBezTo>
                    <a:pt x="36" y="81"/>
                    <a:pt x="1" y="188"/>
                    <a:pt x="48" y="296"/>
                  </a:cubicBezTo>
                  <a:lnTo>
                    <a:pt x="608" y="1272"/>
                  </a:lnTo>
                  <a:cubicBezTo>
                    <a:pt x="644" y="1331"/>
                    <a:pt x="715" y="1367"/>
                    <a:pt x="775" y="1367"/>
                  </a:cubicBezTo>
                  <a:cubicBezTo>
                    <a:pt x="798" y="1367"/>
                    <a:pt x="834" y="1343"/>
                    <a:pt x="870" y="1331"/>
                  </a:cubicBezTo>
                  <a:cubicBezTo>
                    <a:pt x="953" y="1272"/>
                    <a:pt x="989" y="1165"/>
                    <a:pt x="941" y="1070"/>
                  </a:cubicBezTo>
                  <a:lnTo>
                    <a:pt x="394" y="93"/>
                  </a:lnTo>
                  <a:cubicBezTo>
                    <a:pt x="352" y="35"/>
                    <a:pt x="288" y="0"/>
                    <a:pt x="217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1111614" y="3505485"/>
              <a:ext cx="30644" cy="42520"/>
            </a:xfrm>
            <a:custGeom>
              <a:rect b="b" l="l" r="r" t="t"/>
              <a:pathLst>
                <a:path extrusionOk="0" h="1339" w="965">
                  <a:moveTo>
                    <a:pt x="210" y="1"/>
                  </a:moveTo>
                  <a:cubicBezTo>
                    <a:pt x="181" y="1"/>
                    <a:pt x="151" y="6"/>
                    <a:pt x="119" y="17"/>
                  </a:cubicBezTo>
                  <a:cubicBezTo>
                    <a:pt x="24" y="76"/>
                    <a:pt x="0" y="183"/>
                    <a:pt x="48" y="291"/>
                  </a:cubicBezTo>
                  <a:lnTo>
                    <a:pt x="596" y="1255"/>
                  </a:lnTo>
                  <a:cubicBezTo>
                    <a:pt x="620" y="1314"/>
                    <a:pt x="691" y="1338"/>
                    <a:pt x="751" y="1338"/>
                  </a:cubicBezTo>
                  <a:cubicBezTo>
                    <a:pt x="786" y="1338"/>
                    <a:pt x="810" y="1326"/>
                    <a:pt x="846" y="1314"/>
                  </a:cubicBezTo>
                  <a:cubicBezTo>
                    <a:pt x="929" y="1255"/>
                    <a:pt x="965" y="1148"/>
                    <a:pt x="917" y="1041"/>
                  </a:cubicBezTo>
                  <a:lnTo>
                    <a:pt x="381" y="100"/>
                  </a:lnTo>
                  <a:cubicBezTo>
                    <a:pt x="339" y="33"/>
                    <a:pt x="279" y="1"/>
                    <a:pt x="210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888916" y="3295998"/>
              <a:ext cx="44648" cy="29691"/>
            </a:xfrm>
            <a:custGeom>
              <a:rect b="b" l="l" r="r" t="t"/>
              <a:pathLst>
                <a:path extrusionOk="0" h="935" w="1406">
                  <a:moveTo>
                    <a:pt x="203" y="0"/>
                  </a:moveTo>
                  <a:cubicBezTo>
                    <a:pt x="136" y="0"/>
                    <a:pt x="64" y="37"/>
                    <a:pt x="24" y="101"/>
                  </a:cubicBezTo>
                  <a:cubicBezTo>
                    <a:pt x="1" y="184"/>
                    <a:pt x="36" y="303"/>
                    <a:pt x="120" y="351"/>
                  </a:cubicBezTo>
                  <a:lnTo>
                    <a:pt x="1084" y="899"/>
                  </a:lnTo>
                  <a:cubicBezTo>
                    <a:pt x="1120" y="923"/>
                    <a:pt x="1144" y="934"/>
                    <a:pt x="1179" y="934"/>
                  </a:cubicBezTo>
                  <a:cubicBezTo>
                    <a:pt x="1239" y="934"/>
                    <a:pt x="1310" y="899"/>
                    <a:pt x="1334" y="839"/>
                  </a:cubicBezTo>
                  <a:cubicBezTo>
                    <a:pt x="1406" y="756"/>
                    <a:pt x="1358" y="637"/>
                    <a:pt x="1263" y="577"/>
                  </a:cubicBezTo>
                  <a:lnTo>
                    <a:pt x="298" y="30"/>
                  </a:lnTo>
                  <a:cubicBezTo>
                    <a:pt x="271" y="10"/>
                    <a:pt x="237" y="0"/>
                    <a:pt x="203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1162644" y="3454106"/>
              <a:ext cx="45029" cy="30390"/>
            </a:xfrm>
            <a:custGeom>
              <a:rect b="b" l="l" r="r" t="t"/>
              <a:pathLst>
                <a:path extrusionOk="0" h="957" w="1418">
                  <a:moveTo>
                    <a:pt x="237" y="1"/>
                  </a:moveTo>
                  <a:cubicBezTo>
                    <a:pt x="171" y="1"/>
                    <a:pt x="101" y="41"/>
                    <a:pt x="60" y="99"/>
                  </a:cubicBezTo>
                  <a:cubicBezTo>
                    <a:pt x="1" y="194"/>
                    <a:pt x="48" y="313"/>
                    <a:pt x="132" y="373"/>
                  </a:cubicBezTo>
                  <a:lnTo>
                    <a:pt x="1096" y="920"/>
                  </a:lnTo>
                  <a:cubicBezTo>
                    <a:pt x="1132" y="932"/>
                    <a:pt x="1156" y="956"/>
                    <a:pt x="1191" y="956"/>
                  </a:cubicBezTo>
                  <a:cubicBezTo>
                    <a:pt x="1251" y="956"/>
                    <a:pt x="1322" y="920"/>
                    <a:pt x="1346" y="861"/>
                  </a:cubicBezTo>
                  <a:cubicBezTo>
                    <a:pt x="1418" y="766"/>
                    <a:pt x="1382" y="646"/>
                    <a:pt x="1299" y="575"/>
                  </a:cubicBezTo>
                  <a:lnTo>
                    <a:pt x="322" y="27"/>
                  </a:lnTo>
                  <a:cubicBezTo>
                    <a:pt x="296" y="9"/>
                    <a:pt x="267" y="1"/>
                    <a:pt x="237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865862" y="3383864"/>
              <a:ext cx="47664" cy="12130"/>
            </a:xfrm>
            <a:custGeom>
              <a:rect b="b" l="l" r="r" t="t"/>
              <a:pathLst>
                <a:path extrusionOk="0" h="382" w="1501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cubicBezTo>
                    <a:pt x="0" y="287"/>
                    <a:pt x="84" y="382"/>
                    <a:pt x="191" y="382"/>
                  </a:cubicBezTo>
                  <a:lnTo>
                    <a:pt x="1310" y="382"/>
                  </a:lnTo>
                  <a:cubicBezTo>
                    <a:pt x="1429" y="382"/>
                    <a:pt x="1501" y="299"/>
                    <a:pt x="1501" y="191"/>
                  </a:cubicBezTo>
                  <a:cubicBezTo>
                    <a:pt x="1501" y="84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1182300" y="3383864"/>
              <a:ext cx="48045" cy="12130"/>
            </a:xfrm>
            <a:custGeom>
              <a:rect b="b" l="l" r="r" t="t"/>
              <a:pathLst>
                <a:path extrusionOk="0" h="382" w="1513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87"/>
                    <a:pt x="96" y="382"/>
                    <a:pt x="203" y="382"/>
                  </a:cubicBezTo>
                  <a:lnTo>
                    <a:pt x="1311" y="382"/>
                  </a:lnTo>
                  <a:cubicBezTo>
                    <a:pt x="1418" y="382"/>
                    <a:pt x="1513" y="287"/>
                    <a:pt x="1513" y="191"/>
                  </a:cubicBezTo>
                  <a:cubicBezTo>
                    <a:pt x="1513" y="84"/>
                    <a:pt x="1430" y="1"/>
                    <a:pt x="1311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888916" y="3454011"/>
              <a:ext cx="43885" cy="30104"/>
            </a:xfrm>
            <a:custGeom>
              <a:rect b="b" l="l" r="r" t="t"/>
              <a:pathLst>
                <a:path extrusionOk="0" h="948" w="1382">
                  <a:moveTo>
                    <a:pt x="1186" y="1"/>
                  </a:moveTo>
                  <a:cubicBezTo>
                    <a:pt x="1152" y="1"/>
                    <a:pt x="1117" y="10"/>
                    <a:pt x="1084" y="30"/>
                  </a:cubicBezTo>
                  <a:lnTo>
                    <a:pt x="120" y="590"/>
                  </a:lnTo>
                  <a:cubicBezTo>
                    <a:pt x="36" y="649"/>
                    <a:pt x="1" y="745"/>
                    <a:pt x="48" y="852"/>
                  </a:cubicBezTo>
                  <a:cubicBezTo>
                    <a:pt x="72" y="911"/>
                    <a:pt x="144" y="947"/>
                    <a:pt x="215" y="947"/>
                  </a:cubicBezTo>
                  <a:cubicBezTo>
                    <a:pt x="239" y="947"/>
                    <a:pt x="274" y="923"/>
                    <a:pt x="298" y="911"/>
                  </a:cubicBezTo>
                  <a:lnTo>
                    <a:pt x="1263" y="364"/>
                  </a:lnTo>
                  <a:cubicBezTo>
                    <a:pt x="1358" y="304"/>
                    <a:pt x="1382" y="197"/>
                    <a:pt x="1334" y="90"/>
                  </a:cubicBezTo>
                  <a:cubicBezTo>
                    <a:pt x="1311" y="35"/>
                    <a:pt x="1251" y="1"/>
                    <a:pt x="1186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1163025" y="3295648"/>
              <a:ext cx="44648" cy="30040"/>
            </a:xfrm>
            <a:custGeom>
              <a:rect b="b" l="l" r="r" t="t"/>
              <a:pathLst>
                <a:path extrusionOk="0" h="946" w="1406">
                  <a:moveTo>
                    <a:pt x="1177" y="1"/>
                  </a:moveTo>
                  <a:cubicBezTo>
                    <a:pt x="1147" y="1"/>
                    <a:pt x="1115" y="6"/>
                    <a:pt x="1084" y="17"/>
                  </a:cubicBezTo>
                  <a:lnTo>
                    <a:pt x="120" y="576"/>
                  </a:lnTo>
                  <a:cubicBezTo>
                    <a:pt x="36" y="636"/>
                    <a:pt x="1" y="731"/>
                    <a:pt x="48" y="838"/>
                  </a:cubicBezTo>
                  <a:cubicBezTo>
                    <a:pt x="96" y="910"/>
                    <a:pt x="155" y="945"/>
                    <a:pt x="227" y="945"/>
                  </a:cubicBezTo>
                  <a:cubicBezTo>
                    <a:pt x="251" y="945"/>
                    <a:pt x="286" y="934"/>
                    <a:pt x="310" y="910"/>
                  </a:cubicBezTo>
                  <a:lnTo>
                    <a:pt x="1287" y="362"/>
                  </a:lnTo>
                  <a:cubicBezTo>
                    <a:pt x="1370" y="302"/>
                    <a:pt x="1406" y="195"/>
                    <a:pt x="1358" y="100"/>
                  </a:cubicBezTo>
                  <a:cubicBezTo>
                    <a:pt x="1316" y="33"/>
                    <a:pt x="1250" y="1"/>
                    <a:pt x="1177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953188" y="3505835"/>
              <a:ext cx="31787" cy="43282"/>
            </a:xfrm>
            <a:custGeom>
              <a:rect b="b" l="l" r="r" t="t"/>
              <a:pathLst>
                <a:path extrusionOk="0" h="1363" w="1001">
                  <a:moveTo>
                    <a:pt x="782" y="0"/>
                  </a:moveTo>
                  <a:cubicBezTo>
                    <a:pt x="714" y="0"/>
                    <a:pt x="648" y="37"/>
                    <a:pt x="608" y="101"/>
                  </a:cubicBezTo>
                  <a:lnTo>
                    <a:pt x="60" y="1065"/>
                  </a:lnTo>
                  <a:cubicBezTo>
                    <a:pt x="1" y="1161"/>
                    <a:pt x="48" y="1280"/>
                    <a:pt x="132" y="1327"/>
                  </a:cubicBezTo>
                  <a:cubicBezTo>
                    <a:pt x="167" y="1351"/>
                    <a:pt x="191" y="1363"/>
                    <a:pt x="227" y="1363"/>
                  </a:cubicBezTo>
                  <a:cubicBezTo>
                    <a:pt x="286" y="1363"/>
                    <a:pt x="358" y="1327"/>
                    <a:pt x="394" y="1280"/>
                  </a:cubicBezTo>
                  <a:lnTo>
                    <a:pt x="941" y="303"/>
                  </a:lnTo>
                  <a:cubicBezTo>
                    <a:pt x="1001" y="184"/>
                    <a:pt x="965" y="65"/>
                    <a:pt x="882" y="30"/>
                  </a:cubicBezTo>
                  <a:cubicBezTo>
                    <a:pt x="850" y="10"/>
                    <a:pt x="816" y="0"/>
                    <a:pt x="782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1111614" y="3231726"/>
              <a:ext cx="31025" cy="42933"/>
            </a:xfrm>
            <a:custGeom>
              <a:rect b="b" l="l" r="r" t="t"/>
              <a:pathLst>
                <a:path extrusionOk="0" h="1352" w="977">
                  <a:moveTo>
                    <a:pt x="754" y="0"/>
                  </a:moveTo>
                  <a:cubicBezTo>
                    <a:pt x="688" y="0"/>
                    <a:pt x="620" y="37"/>
                    <a:pt x="572" y="101"/>
                  </a:cubicBezTo>
                  <a:lnTo>
                    <a:pt x="24" y="1065"/>
                  </a:lnTo>
                  <a:cubicBezTo>
                    <a:pt x="0" y="1137"/>
                    <a:pt x="24" y="1256"/>
                    <a:pt x="119" y="1315"/>
                  </a:cubicBezTo>
                  <a:cubicBezTo>
                    <a:pt x="143" y="1339"/>
                    <a:pt x="179" y="1351"/>
                    <a:pt x="203" y="1351"/>
                  </a:cubicBezTo>
                  <a:cubicBezTo>
                    <a:pt x="262" y="1351"/>
                    <a:pt x="346" y="1315"/>
                    <a:pt x="370" y="1256"/>
                  </a:cubicBezTo>
                  <a:lnTo>
                    <a:pt x="917" y="291"/>
                  </a:lnTo>
                  <a:cubicBezTo>
                    <a:pt x="977" y="208"/>
                    <a:pt x="941" y="89"/>
                    <a:pt x="846" y="29"/>
                  </a:cubicBezTo>
                  <a:cubicBezTo>
                    <a:pt x="818" y="10"/>
                    <a:pt x="786" y="0"/>
                    <a:pt x="754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1" name="Google Shape;211;p3"/>
          <p:cNvCxnSpPr/>
          <p:nvPr/>
        </p:nvCxnSpPr>
        <p:spPr>
          <a:xfrm flipH="1">
            <a:off x="4377198" y="2243546"/>
            <a:ext cx="642766" cy="766394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2" name="Google Shape;212;p3"/>
          <p:cNvSpPr/>
          <p:nvPr/>
        </p:nvSpPr>
        <p:spPr>
          <a:xfrm>
            <a:off x="3226004" y="3354419"/>
            <a:ext cx="1147630" cy="1954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Valence band</a:t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3167465" y="2125147"/>
            <a:ext cx="1260339" cy="1954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Conduction band</a:t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3411442" y="2746920"/>
            <a:ext cx="786246" cy="174374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C1EA"/>
                </a:solidFill>
                <a:latin typeface="Arial"/>
                <a:ea typeface="Arial"/>
                <a:cs typeface="Arial"/>
                <a:sym typeface="Arial"/>
              </a:rPr>
              <a:t>Energy gap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3018916" y="3961793"/>
            <a:ext cx="1571298" cy="49095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Energy Bands</a:t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2770739" y="1796848"/>
            <a:ext cx="2053792" cy="205379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3"/>
          <p:cNvCxnSpPr>
            <a:stCxn id="216" idx="1"/>
          </p:cNvCxnSpPr>
          <p:nvPr/>
        </p:nvCxnSpPr>
        <p:spPr>
          <a:xfrm flipH="1">
            <a:off x="1113110" y="2097619"/>
            <a:ext cx="1958400" cy="478200"/>
          </a:xfrm>
          <a:prstGeom prst="straightConnector1">
            <a:avLst/>
          </a:prstGeom>
          <a:noFill/>
          <a:ln cap="flat" cmpd="sng" w="9525">
            <a:solidFill>
              <a:srgbClr val="165B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3"/>
          <p:cNvCxnSpPr>
            <a:stCxn id="216" idx="3"/>
          </p:cNvCxnSpPr>
          <p:nvPr/>
        </p:nvCxnSpPr>
        <p:spPr>
          <a:xfrm rot="10800000">
            <a:off x="1094210" y="2687069"/>
            <a:ext cx="1977300" cy="862800"/>
          </a:xfrm>
          <a:prstGeom prst="straightConnector1">
            <a:avLst/>
          </a:prstGeom>
          <a:noFill/>
          <a:ln cap="flat" cmpd="sng" w="9525">
            <a:solidFill>
              <a:srgbClr val="165B8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uit board with a blue square and a blue square&#10;&#10;Description automatically generated" id="223" name="Google Shape;2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97113" y="406401"/>
            <a:ext cx="1346486" cy="124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"/>
          <p:cNvSpPr/>
          <p:nvPr/>
        </p:nvSpPr>
        <p:spPr>
          <a:xfrm>
            <a:off x="1579352" y="1278374"/>
            <a:ext cx="399807" cy="403243"/>
          </a:xfrm>
          <a:prstGeom prst="ellipse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4"/>
          <p:cNvCxnSpPr>
            <a:stCxn id="224" idx="0"/>
            <a:endCxn id="226" idx="1"/>
          </p:cNvCxnSpPr>
          <p:nvPr/>
        </p:nvCxnSpPr>
        <p:spPr>
          <a:xfrm flipH="1">
            <a:off x="564856" y="1278374"/>
            <a:ext cx="1214400" cy="839700"/>
          </a:xfrm>
          <a:prstGeom prst="straightConnector1">
            <a:avLst/>
          </a:prstGeom>
          <a:noFill/>
          <a:ln cap="flat" cmpd="sng" w="9525">
            <a:solidFill>
              <a:srgbClr val="E392A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4"/>
          <p:cNvCxnSpPr>
            <a:stCxn id="224" idx="4"/>
            <a:endCxn id="226" idx="7"/>
          </p:cNvCxnSpPr>
          <p:nvPr/>
        </p:nvCxnSpPr>
        <p:spPr>
          <a:xfrm>
            <a:off x="1779256" y="1681617"/>
            <a:ext cx="98100" cy="436500"/>
          </a:xfrm>
          <a:prstGeom prst="straightConnector1">
            <a:avLst/>
          </a:prstGeom>
          <a:noFill/>
          <a:ln cap="flat" cmpd="sng" w="9525">
            <a:solidFill>
              <a:srgbClr val="E392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4"/>
          <p:cNvSpPr/>
          <p:nvPr/>
        </p:nvSpPr>
        <p:spPr>
          <a:xfrm>
            <a:off x="292916" y="1846233"/>
            <a:ext cx="1856218" cy="1856218"/>
          </a:xfrm>
          <a:prstGeom prst="ellipse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toresistor - Wikipedia" id="228" name="Google Shape;2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891" y="2016208"/>
            <a:ext cx="1516268" cy="1516268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"/>
          <p:cNvSpPr/>
          <p:nvPr/>
        </p:nvSpPr>
        <p:spPr>
          <a:xfrm>
            <a:off x="3107219" y="2396983"/>
            <a:ext cx="1364104" cy="319594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3107219" y="2957598"/>
            <a:ext cx="1364104" cy="319594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4037679" y="258812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3930653" y="242538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3644926" y="2453891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3171950" y="2577319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3320265" y="243349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316603" y="2560017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4162876" y="3059364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3813990" y="258812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3705717" y="3077658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3264203" y="3028235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3462045" y="2564713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4164240" y="2458551"/>
            <a:ext cx="98848" cy="9884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6140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3018916" y="3961793"/>
            <a:ext cx="1571298" cy="490953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Energy Bands</a:t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2770739" y="1796848"/>
            <a:ext cx="2053792" cy="205379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4"/>
          <p:cNvCxnSpPr>
            <a:stCxn id="244" idx="1"/>
          </p:cNvCxnSpPr>
          <p:nvPr/>
        </p:nvCxnSpPr>
        <p:spPr>
          <a:xfrm flipH="1">
            <a:off x="1113110" y="2097619"/>
            <a:ext cx="1958400" cy="478200"/>
          </a:xfrm>
          <a:prstGeom prst="straightConnector1">
            <a:avLst/>
          </a:prstGeom>
          <a:noFill/>
          <a:ln cap="flat" cmpd="sng" w="9525">
            <a:solidFill>
              <a:srgbClr val="165B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4"/>
          <p:cNvCxnSpPr>
            <a:stCxn id="244" idx="3"/>
          </p:cNvCxnSpPr>
          <p:nvPr/>
        </p:nvCxnSpPr>
        <p:spPr>
          <a:xfrm rot="10800000">
            <a:off x="1094210" y="2687069"/>
            <a:ext cx="1977300" cy="862800"/>
          </a:xfrm>
          <a:prstGeom prst="straightConnector1">
            <a:avLst/>
          </a:prstGeom>
          <a:noFill/>
          <a:ln cap="flat" cmpd="sng" w="9525">
            <a:solidFill>
              <a:srgbClr val="165B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4"/>
          <p:cNvSpPr/>
          <p:nvPr/>
        </p:nvSpPr>
        <p:spPr>
          <a:xfrm>
            <a:off x="3226004" y="3354419"/>
            <a:ext cx="1147630" cy="1954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Valence band</a:t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3167465" y="2125147"/>
            <a:ext cx="1260339" cy="1954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Conduction band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3411442" y="2746920"/>
            <a:ext cx="786246" cy="174374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C1EA"/>
                </a:solidFill>
                <a:latin typeface="Arial"/>
                <a:ea typeface="Arial"/>
                <a:cs typeface="Arial"/>
                <a:sym typeface="Arial"/>
              </a:rPr>
              <a:t>Energy gap</a:t>
            </a:r>
            <a:endParaRPr/>
          </a:p>
        </p:txBody>
      </p:sp>
      <p:grpSp>
        <p:nvGrpSpPr>
          <p:cNvPr id="250" name="Google Shape;250;p4"/>
          <p:cNvGrpSpPr/>
          <p:nvPr/>
        </p:nvGrpSpPr>
        <p:grpSpPr>
          <a:xfrm>
            <a:off x="3198767" y="280356"/>
            <a:ext cx="1275737" cy="1275471"/>
            <a:chOff x="238125" y="3745825"/>
            <a:chExt cx="1319000" cy="1318725"/>
          </a:xfrm>
        </p:grpSpPr>
        <p:sp>
          <p:nvSpPr>
            <p:cNvPr id="251" name="Google Shape;251;p4"/>
            <p:cNvSpPr/>
            <p:nvPr/>
          </p:nvSpPr>
          <p:spPr>
            <a:xfrm>
              <a:off x="403175" y="3947200"/>
              <a:ext cx="952350" cy="916050"/>
            </a:xfrm>
            <a:custGeom>
              <a:rect b="b" l="l" r="r" t="t"/>
              <a:pathLst>
                <a:path extrusionOk="0" h="36642" w="38094">
                  <a:moveTo>
                    <a:pt x="19772" y="767"/>
                  </a:moveTo>
                  <a:cubicBezTo>
                    <a:pt x="29462" y="779"/>
                    <a:pt x="37312" y="8629"/>
                    <a:pt x="37325" y="18320"/>
                  </a:cubicBezTo>
                  <a:cubicBezTo>
                    <a:pt x="37325" y="25426"/>
                    <a:pt x="33040" y="31828"/>
                    <a:pt x="26488" y="34537"/>
                  </a:cubicBezTo>
                  <a:cubicBezTo>
                    <a:pt x="24312" y="35439"/>
                    <a:pt x="22029" y="35877"/>
                    <a:pt x="19765" y="35877"/>
                  </a:cubicBezTo>
                  <a:cubicBezTo>
                    <a:pt x="15198" y="35877"/>
                    <a:pt x="10713" y="34093"/>
                    <a:pt x="7360" y="30731"/>
                  </a:cubicBezTo>
                  <a:cubicBezTo>
                    <a:pt x="2332" y="25716"/>
                    <a:pt x="833" y="18168"/>
                    <a:pt x="3554" y="11603"/>
                  </a:cubicBezTo>
                  <a:cubicBezTo>
                    <a:pt x="6263" y="5051"/>
                    <a:pt x="12665" y="767"/>
                    <a:pt x="19772" y="767"/>
                  </a:cubicBezTo>
                  <a:close/>
                  <a:moveTo>
                    <a:pt x="19767" y="1"/>
                  </a:moveTo>
                  <a:cubicBezTo>
                    <a:pt x="15000" y="1"/>
                    <a:pt x="10315" y="1861"/>
                    <a:pt x="6818" y="5366"/>
                  </a:cubicBezTo>
                  <a:cubicBezTo>
                    <a:pt x="1576" y="10608"/>
                    <a:pt x="1" y="18483"/>
                    <a:pt x="2836" y="25338"/>
                  </a:cubicBezTo>
                  <a:cubicBezTo>
                    <a:pt x="5671" y="32181"/>
                    <a:pt x="12362" y="36641"/>
                    <a:pt x="19772" y="36641"/>
                  </a:cubicBezTo>
                  <a:cubicBezTo>
                    <a:pt x="29878" y="36629"/>
                    <a:pt x="38081" y="28438"/>
                    <a:pt x="38093" y="18320"/>
                  </a:cubicBezTo>
                  <a:cubicBezTo>
                    <a:pt x="38081" y="10910"/>
                    <a:pt x="33620" y="4232"/>
                    <a:pt x="26778" y="1397"/>
                  </a:cubicBezTo>
                  <a:cubicBezTo>
                    <a:pt x="24511" y="457"/>
                    <a:pt x="22129" y="1"/>
                    <a:pt x="19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883275" y="4935050"/>
              <a:ext cx="28700" cy="28675"/>
            </a:xfrm>
            <a:custGeom>
              <a:rect b="b" l="l" r="r" t="t"/>
              <a:pathLst>
                <a:path extrusionOk="0" h="1147" w="1148">
                  <a:moveTo>
                    <a:pt x="580" y="0"/>
                  </a:moveTo>
                  <a:cubicBezTo>
                    <a:pt x="253" y="0"/>
                    <a:pt x="1" y="265"/>
                    <a:pt x="1" y="580"/>
                  </a:cubicBezTo>
                  <a:cubicBezTo>
                    <a:pt x="1" y="895"/>
                    <a:pt x="253" y="1147"/>
                    <a:pt x="580" y="1147"/>
                  </a:cubicBezTo>
                  <a:cubicBezTo>
                    <a:pt x="895" y="1147"/>
                    <a:pt x="1147" y="895"/>
                    <a:pt x="1147" y="580"/>
                  </a:cubicBezTo>
                  <a:cubicBezTo>
                    <a:pt x="1147" y="265"/>
                    <a:pt x="895" y="0"/>
                    <a:pt x="5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1018725" y="4917600"/>
              <a:ext cx="31850" cy="28800"/>
            </a:xfrm>
            <a:custGeom>
              <a:rect b="b" l="l" r="r" t="t"/>
              <a:pathLst>
                <a:path extrusionOk="0" h="1152" w="1274">
                  <a:moveTo>
                    <a:pt x="638" y="0"/>
                  </a:moveTo>
                  <a:cubicBezTo>
                    <a:pt x="590" y="0"/>
                    <a:pt x="541" y="6"/>
                    <a:pt x="492" y="18"/>
                  </a:cubicBezTo>
                  <a:cubicBezTo>
                    <a:pt x="190" y="93"/>
                    <a:pt x="1" y="421"/>
                    <a:pt x="89" y="723"/>
                  </a:cubicBezTo>
                  <a:cubicBezTo>
                    <a:pt x="152" y="975"/>
                    <a:pt x="379" y="1152"/>
                    <a:pt x="644" y="1152"/>
                  </a:cubicBezTo>
                  <a:cubicBezTo>
                    <a:pt x="694" y="1152"/>
                    <a:pt x="732" y="1152"/>
                    <a:pt x="782" y="1139"/>
                  </a:cubicBezTo>
                  <a:cubicBezTo>
                    <a:pt x="1085" y="1051"/>
                    <a:pt x="1274" y="736"/>
                    <a:pt x="1198" y="434"/>
                  </a:cubicBezTo>
                  <a:cubicBezTo>
                    <a:pt x="1134" y="168"/>
                    <a:pt x="900" y="0"/>
                    <a:pt x="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711600" y="4907975"/>
              <a:ext cx="32475" cy="28975"/>
            </a:xfrm>
            <a:custGeom>
              <a:rect b="b" l="l" r="r" t="t"/>
              <a:pathLst>
                <a:path extrusionOk="0" h="1159" w="1299">
                  <a:moveTo>
                    <a:pt x="665" y="1"/>
                  </a:moveTo>
                  <a:cubicBezTo>
                    <a:pt x="417" y="1"/>
                    <a:pt x="183" y="156"/>
                    <a:pt x="101" y="403"/>
                  </a:cubicBezTo>
                  <a:cubicBezTo>
                    <a:pt x="0" y="705"/>
                    <a:pt x="164" y="1033"/>
                    <a:pt x="466" y="1134"/>
                  </a:cubicBezTo>
                  <a:cubicBezTo>
                    <a:pt x="529" y="1146"/>
                    <a:pt x="592" y="1159"/>
                    <a:pt x="643" y="1159"/>
                  </a:cubicBezTo>
                  <a:cubicBezTo>
                    <a:pt x="895" y="1159"/>
                    <a:pt x="1109" y="995"/>
                    <a:pt x="1197" y="756"/>
                  </a:cubicBezTo>
                  <a:cubicBezTo>
                    <a:pt x="1298" y="453"/>
                    <a:pt x="1134" y="126"/>
                    <a:pt x="832" y="25"/>
                  </a:cubicBezTo>
                  <a:cubicBezTo>
                    <a:pt x="777" y="9"/>
                    <a:pt x="721" y="1"/>
                    <a:pt x="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1175625" y="4848450"/>
              <a:ext cx="32775" cy="28650"/>
            </a:xfrm>
            <a:custGeom>
              <a:rect b="b" l="l" r="r" t="t"/>
              <a:pathLst>
                <a:path extrusionOk="0" h="1146" w="1311">
                  <a:moveTo>
                    <a:pt x="657" y="1"/>
                  </a:moveTo>
                  <a:cubicBezTo>
                    <a:pt x="552" y="1"/>
                    <a:pt x="447" y="29"/>
                    <a:pt x="353" y="87"/>
                  </a:cubicBezTo>
                  <a:cubicBezTo>
                    <a:pt x="76" y="264"/>
                    <a:pt x="0" y="616"/>
                    <a:pt x="177" y="881"/>
                  </a:cubicBezTo>
                  <a:cubicBezTo>
                    <a:pt x="290" y="1045"/>
                    <a:pt x="466" y="1146"/>
                    <a:pt x="655" y="1146"/>
                  </a:cubicBezTo>
                  <a:cubicBezTo>
                    <a:pt x="769" y="1146"/>
                    <a:pt x="882" y="1120"/>
                    <a:pt x="970" y="1057"/>
                  </a:cubicBezTo>
                  <a:cubicBezTo>
                    <a:pt x="1235" y="881"/>
                    <a:pt x="1311" y="528"/>
                    <a:pt x="1147" y="264"/>
                  </a:cubicBezTo>
                  <a:cubicBezTo>
                    <a:pt x="1033" y="93"/>
                    <a:pt x="846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58800" y="4828875"/>
              <a:ext cx="32475" cy="29000"/>
            </a:xfrm>
            <a:custGeom>
              <a:rect b="b" l="l" r="r" t="t"/>
              <a:pathLst>
                <a:path extrusionOk="0" h="1160" w="1299">
                  <a:moveTo>
                    <a:pt x="646" y="1"/>
                  </a:moveTo>
                  <a:cubicBezTo>
                    <a:pt x="468" y="1"/>
                    <a:pt x="295" y="82"/>
                    <a:pt x="190" y="240"/>
                  </a:cubicBezTo>
                  <a:cubicBezTo>
                    <a:pt x="1" y="492"/>
                    <a:pt x="51" y="858"/>
                    <a:pt x="303" y="1047"/>
                  </a:cubicBezTo>
                  <a:cubicBezTo>
                    <a:pt x="404" y="1122"/>
                    <a:pt x="530" y="1160"/>
                    <a:pt x="643" y="1160"/>
                  </a:cubicBezTo>
                  <a:cubicBezTo>
                    <a:pt x="832" y="1160"/>
                    <a:pt x="996" y="1072"/>
                    <a:pt x="1110" y="921"/>
                  </a:cubicBezTo>
                  <a:cubicBezTo>
                    <a:pt x="1299" y="669"/>
                    <a:pt x="1248" y="303"/>
                    <a:pt x="996" y="114"/>
                  </a:cubicBezTo>
                  <a:cubicBezTo>
                    <a:pt x="889" y="38"/>
                    <a:pt x="766" y="1"/>
                    <a:pt x="6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1303825" y="473335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55" y="0"/>
                  </a:moveTo>
                  <a:cubicBezTo>
                    <a:pt x="485" y="0"/>
                    <a:pt x="317" y="74"/>
                    <a:pt x="202" y="218"/>
                  </a:cubicBezTo>
                  <a:cubicBezTo>
                    <a:pt x="1" y="457"/>
                    <a:pt x="51" y="823"/>
                    <a:pt x="291" y="1024"/>
                  </a:cubicBezTo>
                  <a:cubicBezTo>
                    <a:pt x="391" y="1113"/>
                    <a:pt x="517" y="1150"/>
                    <a:pt x="656" y="1150"/>
                  </a:cubicBezTo>
                  <a:cubicBezTo>
                    <a:pt x="832" y="1150"/>
                    <a:pt x="996" y="1075"/>
                    <a:pt x="1097" y="949"/>
                  </a:cubicBezTo>
                  <a:cubicBezTo>
                    <a:pt x="1299" y="697"/>
                    <a:pt x="1261" y="331"/>
                    <a:pt x="1021" y="130"/>
                  </a:cubicBezTo>
                  <a:cubicBezTo>
                    <a:pt x="913" y="43"/>
                    <a:pt x="783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438150" y="4706450"/>
              <a:ext cx="32475" cy="28900"/>
            </a:xfrm>
            <a:custGeom>
              <a:rect b="b" l="l" r="r" t="t"/>
              <a:pathLst>
                <a:path extrusionOk="0" h="1156" w="1299">
                  <a:moveTo>
                    <a:pt x="644" y="0"/>
                  </a:moveTo>
                  <a:cubicBezTo>
                    <a:pt x="530" y="0"/>
                    <a:pt x="414" y="36"/>
                    <a:pt x="316" y="109"/>
                  </a:cubicBezTo>
                  <a:cubicBezTo>
                    <a:pt x="51" y="286"/>
                    <a:pt x="1" y="651"/>
                    <a:pt x="177" y="916"/>
                  </a:cubicBezTo>
                  <a:cubicBezTo>
                    <a:pt x="290" y="1067"/>
                    <a:pt x="467" y="1155"/>
                    <a:pt x="643" y="1155"/>
                  </a:cubicBezTo>
                  <a:cubicBezTo>
                    <a:pt x="769" y="1155"/>
                    <a:pt x="883" y="1117"/>
                    <a:pt x="983" y="1042"/>
                  </a:cubicBezTo>
                  <a:cubicBezTo>
                    <a:pt x="1235" y="865"/>
                    <a:pt x="1298" y="500"/>
                    <a:pt x="1109" y="248"/>
                  </a:cubicBezTo>
                  <a:cubicBezTo>
                    <a:pt x="1002" y="87"/>
                    <a:pt x="824" y="0"/>
                    <a:pt x="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1390150" y="4584700"/>
              <a:ext cx="32775" cy="28725"/>
            </a:xfrm>
            <a:custGeom>
              <a:rect b="b" l="l" r="r" t="t"/>
              <a:pathLst>
                <a:path extrusionOk="0" h="1149" w="1311">
                  <a:moveTo>
                    <a:pt x="643" y="1"/>
                  </a:moveTo>
                  <a:cubicBezTo>
                    <a:pt x="413" y="1"/>
                    <a:pt x="201" y="136"/>
                    <a:pt x="114" y="367"/>
                  </a:cubicBezTo>
                  <a:cubicBezTo>
                    <a:pt x="0" y="670"/>
                    <a:pt x="139" y="998"/>
                    <a:pt x="441" y="1111"/>
                  </a:cubicBezTo>
                  <a:cubicBezTo>
                    <a:pt x="504" y="1136"/>
                    <a:pt x="580" y="1149"/>
                    <a:pt x="656" y="1149"/>
                  </a:cubicBezTo>
                  <a:cubicBezTo>
                    <a:pt x="895" y="1149"/>
                    <a:pt x="1109" y="1010"/>
                    <a:pt x="1197" y="783"/>
                  </a:cubicBezTo>
                  <a:cubicBezTo>
                    <a:pt x="1311" y="481"/>
                    <a:pt x="1160" y="153"/>
                    <a:pt x="857" y="40"/>
                  </a:cubicBezTo>
                  <a:cubicBezTo>
                    <a:pt x="786" y="13"/>
                    <a:pt x="714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61925" y="4552350"/>
              <a:ext cx="32150" cy="28950"/>
            </a:xfrm>
            <a:custGeom>
              <a:rect b="b" l="l" r="r" t="t"/>
              <a:pathLst>
                <a:path extrusionOk="0" h="1158" w="1286">
                  <a:moveTo>
                    <a:pt x="626" y="1"/>
                  </a:moveTo>
                  <a:cubicBezTo>
                    <a:pt x="573" y="1"/>
                    <a:pt x="519" y="8"/>
                    <a:pt x="466" y="23"/>
                  </a:cubicBezTo>
                  <a:cubicBezTo>
                    <a:pt x="164" y="124"/>
                    <a:pt x="0" y="452"/>
                    <a:pt x="88" y="754"/>
                  </a:cubicBezTo>
                  <a:cubicBezTo>
                    <a:pt x="164" y="994"/>
                    <a:pt x="391" y="1157"/>
                    <a:pt x="643" y="1157"/>
                  </a:cubicBezTo>
                  <a:cubicBezTo>
                    <a:pt x="693" y="1157"/>
                    <a:pt x="756" y="1145"/>
                    <a:pt x="807" y="1132"/>
                  </a:cubicBezTo>
                  <a:cubicBezTo>
                    <a:pt x="1109" y="1031"/>
                    <a:pt x="1285" y="716"/>
                    <a:pt x="1197" y="414"/>
                  </a:cubicBezTo>
                  <a:cubicBezTo>
                    <a:pt x="1114" y="164"/>
                    <a:pt x="876" y="1"/>
                    <a:pt x="6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1426700" y="4416200"/>
              <a:ext cx="29625" cy="29000"/>
            </a:xfrm>
            <a:custGeom>
              <a:rect b="b" l="l" r="r" t="t"/>
              <a:pathLst>
                <a:path extrusionOk="0" h="1160" w="1185">
                  <a:moveTo>
                    <a:pt x="595" y="0"/>
                  </a:moveTo>
                  <a:cubicBezTo>
                    <a:pt x="289" y="0"/>
                    <a:pt x="25" y="248"/>
                    <a:pt x="13" y="555"/>
                  </a:cubicBezTo>
                  <a:cubicBezTo>
                    <a:pt x="0" y="870"/>
                    <a:pt x="240" y="1135"/>
                    <a:pt x="567" y="1160"/>
                  </a:cubicBezTo>
                  <a:lnTo>
                    <a:pt x="592" y="1160"/>
                  </a:lnTo>
                  <a:cubicBezTo>
                    <a:pt x="895" y="1160"/>
                    <a:pt x="1147" y="920"/>
                    <a:pt x="1159" y="605"/>
                  </a:cubicBezTo>
                  <a:cubicBezTo>
                    <a:pt x="1185" y="290"/>
                    <a:pt x="933" y="26"/>
                    <a:pt x="618" y="1"/>
                  </a:cubicBezTo>
                  <a:cubicBezTo>
                    <a:pt x="610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338925" y="4382175"/>
              <a:ext cx="29000" cy="29000"/>
            </a:xfrm>
            <a:custGeom>
              <a:rect b="b" l="l" r="r" t="t"/>
              <a:pathLst>
                <a:path extrusionOk="0" h="1160" w="1160">
                  <a:moveTo>
                    <a:pt x="580" y="1"/>
                  </a:moveTo>
                  <a:cubicBezTo>
                    <a:pt x="265" y="1"/>
                    <a:pt x="0" y="253"/>
                    <a:pt x="0" y="568"/>
                  </a:cubicBezTo>
                  <a:cubicBezTo>
                    <a:pt x="0" y="883"/>
                    <a:pt x="252" y="1147"/>
                    <a:pt x="567" y="1160"/>
                  </a:cubicBezTo>
                  <a:lnTo>
                    <a:pt x="580" y="1160"/>
                  </a:lnTo>
                  <a:cubicBezTo>
                    <a:pt x="895" y="1160"/>
                    <a:pt x="1147" y="895"/>
                    <a:pt x="1147" y="580"/>
                  </a:cubicBezTo>
                  <a:cubicBezTo>
                    <a:pt x="1160" y="265"/>
                    <a:pt x="895" y="1"/>
                    <a:pt x="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1406225" y="4245525"/>
              <a:ext cx="32150" cy="28625"/>
            </a:xfrm>
            <a:custGeom>
              <a:rect b="b" l="l" r="r" t="t"/>
              <a:pathLst>
                <a:path extrusionOk="0" h="1145" w="1286">
                  <a:moveTo>
                    <a:pt x="650" y="0"/>
                  </a:moveTo>
                  <a:cubicBezTo>
                    <a:pt x="597" y="0"/>
                    <a:pt x="544" y="8"/>
                    <a:pt x="491" y="23"/>
                  </a:cubicBezTo>
                  <a:cubicBezTo>
                    <a:pt x="189" y="99"/>
                    <a:pt x="0" y="414"/>
                    <a:pt x="88" y="729"/>
                  </a:cubicBezTo>
                  <a:cubicBezTo>
                    <a:pt x="151" y="968"/>
                    <a:pt x="378" y="1145"/>
                    <a:pt x="643" y="1145"/>
                  </a:cubicBezTo>
                  <a:cubicBezTo>
                    <a:pt x="693" y="1145"/>
                    <a:pt x="743" y="1145"/>
                    <a:pt x="794" y="1132"/>
                  </a:cubicBezTo>
                  <a:cubicBezTo>
                    <a:pt x="1109" y="1044"/>
                    <a:pt x="1285" y="716"/>
                    <a:pt x="1197" y="414"/>
                  </a:cubicBezTo>
                  <a:cubicBezTo>
                    <a:pt x="1124" y="164"/>
                    <a:pt x="897" y="0"/>
                    <a:pt x="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366950" y="4212875"/>
              <a:ext cx="32175" cy="28825"/>
            </a:xfrm>
            <a:custGeom>
              <a:rect b="b" l="l" r="r" t="t"/>
              <a:pathLst>
                <a:path extrusionOk="0" h="1153" w="1287">
                  <a:moveTo>
                    <a:pt x="642" y="0"/>
                  </a:moveTo>
                  <a:cubicBezTo>
                    <a:pt x="403" y="0"/>
                    <a:pt x="181" y="145"/>
                    <a:pt x="102" y="384"/>
                  </a:cubicBezTo>
                  <a:cubicBezTo>
                    <a:pt x="1" y="686"/>
                    <a:pt x="152" y="1014"/>
                    <a:pt x="454" y="1115"/>
                  </a:cubicBezTo>
                  <a:cubicBezTo>
                    <a:pt x="517" y="1140"/>
                    <a:pt x="580" y="1153"/>
                    <a:pt x="643" y="1153"/>
                  </a:cubicBezTo>
                  <a:cubicBezTo>
                    <a:pt x="895" y="1153"/>
                    <a:pt x="1110" y="989"/>
                    <a:pt x="1185" y="762"/>
                  </a:cubicBezTo>
                  <a:cubicBezTo>
                    <a:pt x="1286" y="460"/>
                    <a:pt x="1135" y="132"/>
                    <a:pt x="832" y="31"/>
                  </a:cubicBezTo>
                  <a:cubicBezTo>
                    <a:pt x="769" y="10"/>
                    <a:pt x="705" y="0"/>
                    <a:pt x="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1334075" y="4089025"/>
              <a:ext cx="32775" cy="28875"/>
            </a:xfrm>
            <a:custGeom>
              <a:rect b="b" l="l" r="r" t="t"/>
              <a:pathLst>
                <a:path extrusionOk="0" h="1155" w="1311">
                  <a:moveTo>
                    <a:pt x="654" y="1"/>
                  </a:moveTo>
                  <a:cubicBezTo>
                    <a:pt x="547" y="1"/>
                    <a:pt x="438" y="31"/>
                    <a:pt x="341" y="96"/>
                  </a:cubicBezTo>
                  <a:cubicBezTo>
                    <a:pt x="76" y="273"/>
                    <a:pt x="0" y="638"/>
                    <a:pt x="189" y="903"/>
                  </a:cubicBezTo>
                  <a:cubicBezTo>
                    <a:pt x="290" y="1054"/>
                    <a:pt x="467" y="1155"/>
                    <a:pt x="668" y="1155"/>
                  </a:cubicBezTo>
                  <a:cubicBezTo>
                    <a:pt x="782" y="1155"/>
                    <a:pt x="883" y="1117"/>
                    <a:pt x="983" y="1054"/>
                  </a:cubicBezTo>
                  <a:cubicBezTo>
                    <a:pt x="1248" y="877"/>
                    <a:pt x="1311" y="525"/>
                    <a:pt x="1135" y="260"/>
                  </a:cubicBezTo>
                  <a:cubicBezTo>
                    <a:pt x="1023" y="92"/>
                    <a:pt x="840" y="1"/>
                    <a:pt x="6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448225" y="4061375"/>
              <a:ext cx="32475" cy="28800"/>
            </a:xfrm>
            <a:custGeom>
              <a:rect b="b" l="l" r="r" t="t"/>
              <a:pathLst>
                <a:path extrusionOk="0" h="1152" w="1299">
                  <a:moveTo>
                    <a:pt x="643" y="0"/>
                  </a:moveTo>
                  <a:cubicBezTo>
                    <a:pt x="470" y="0"/>
                    <a:pt x="300" y="77"/>
                    <a:pt x="190" y="232"/>
                  </a:cubicBezTo>
                  <a:cubicBezTo>
                    <a:pt x="1" y="471"/>
                    <a:pt x="51" y="837"/>
                    <a:pt x="303" y="1026"/>
                  </a:cubicBezTo>
                  <a:cubicBezTo>
                    <a:pt x="404" y="1114"/>
                    <a:pt x="530" y="1152"/>
                    <a:pt x="656" y="1152"/>
                  </a:cubicBezTo>
                  <a:cubicBezTo>
                    <a:pt x="832" y="1152"/>
                    <a:pt x="996" y="1063"/>
                    <a:pt x="1110" y="925"/>
                  </a:cubicBezTo>
                  <a:cubicBezTo>
                    <a:pt x="1299" y="673"/>
                    <a:pt x="1248" y="307"/>
                    <a:pt x="996" y="118"/>
                  </a:cubicBezTo>
                  <a:cubicBezTo>
                    <a:pt x="891" y="40"/>
                    <a:pt x="767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1217525" y="3962800"/>
              <a:ext cx="32475" cy="28775"/>
            </a:xfrm>
            <a:custGeom>
              <a:rect b="b" l="l" r="r" t="t"/>
              <a:pathLst>
                <a:path extrusionOk="0" h="1151" w="1299">
                  <a:moveTo>
                    <a:pt x="642" y="1"/>
                  </a:moveTo>
                  <a:cubicBezTo>
                    <a:pt x="474" y="1"/>
                    <a:pt x="309" y="75"/>
                    <a:pt x="202" y="218"/>
                  </a:cubicBezTo>
                  <a:cubicBezTo>
                    <a:pt x="0" y="470"/>
                    <a:pt x="51" y="836"/>
                    <a:pt x="290" y="1037"/>
                  </a:cubicBezTo>
                  <a:cubicBezTo>
                    <a:pt x="391" y="1113"/>
                    <a:pt x="517" y="1151"/>
                    <a:pt x="655" y="1151"/>
                  </a:cubicBezTo>
                  <a:cubicBezTo>
                    <a:pt x="832" y="1151"/>
                    <a:pt x="996" y="1075"/>
                    <a:pt x="1109" y="936"/>
                  </a:cubicBezTo>
                  <a:cubicBezTo>
                    <a:pt x="1298" y="684"/>
                    <a:pt x="1260" y="319"/>
                    <a:pt x="1008" y="130"/>
                  </a:cubicBezTo>
                  <a:cubicBezTo>
                    <a:pt x="900" y="43"/>
                    <a:pt x="770" y="1"/>
                    <a:pt x="6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72350" y="3942525"/>
              <a:ext cx="33100" cy="28900"/>
            </a:xfrm>
            <a:custGeom>
              <a:rect b="b" l="l" r="r" t="t"/>
              <a:pathLst>
                <a:path extrusionOk="0" h="1156" w="1324">
                  <a:moveTo>
                    <a:pt x="679" y="0"/>
                  </a:moveTo>
                  <a:cubicBezTo>
                    <a:pt x="563" y="0"/>
                    <a:pt x="444" y="36"/>
                    <a:pt x="341" y="109"/>
                  </a:cubicBezTo>
                  <a:cubicBezTo>
                    <a:pt x="76" y="286"/>
                    <a:pt x="1" y="639"/>
                    <a:pt x="190" y="903"/>
                  </a:cubicBezTo>
                  <a:cubicBezTo>
                    <a:pt x="303" y="1067"/>
                    <a:pt x="479" y="1155"/>
                    <a:pt x="668" y="1155"/>
                  </a:cubicBezTo>
                  <a:cubicBezTo>
                    <a:pt x="782" y="1155"/>
                    <a:pt x="895" y="1117"/>
                    <a:pt x="996" y="1054"/>
                  </a:cubicBezTo>
                  <a:cubicBezTo>
                    <a:pt x="1261" y="878"/>
                    <a:pt x="1324" y="513"/>
                    <a:pt x="1147" y="248"/>
                  </a:cubicBezTo>
                  <a:cubicBezTo>
                    <a:pt x="1040" y="87"/>
                    <a:pt x="862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1067250" y="3879100"/>
              <a:ext cx="32475" cy="28675"/>
            </a:xfrm>
            <a:custGeom>
              <a:rect b="b" l="l" r="r" t="t"/>
              <a:pathLst>
                <a:path extrusionOk="0" h="1147" w="1299">
                  <a:moveTo>
                    <a:pt x="646" y="0"/>
                  </a:moveTo>
                  <a:cubicBezTo>
                    <a:pt x="418" y="0"/>
                    <a:pt x="202" y="144"/>
                    <a:pt x="114" y="378"/>
                  </a:cubicBezTo>
                  <a:cubicBezTo>
                    <a:pt x="1" y="681"/>
                    <a:pt x="152" y="1008"/>
                    <a:pt x="454" y="1122"/>
                  </a:cubicBezTo>
                  <a:cubicBezTo>
                    <a:pt x="517" y="1134"/>
                    <a:pt x="580" y="1147"/>
                    <a:pt x="656" y="1147"/>
                  </a:cubicBezTo>
                  <a:cubicBezTo>
                    <a:pt x="895" y="1147"/>
                    <a:pt x="1109" y="996"/>
                    <a:pt x="1198" y="769"/>
                  </a:cubicBezTo>
                  <a:cubicBezTo>
                    <a:pt x="1298" y="479"/>
                    <a:pt x="1147" y="139"/>
                    <a:pt x="845" y="38"/>
                  </a:cubicBezTo>
                  <a:cubicBezTo>
                    <a:pt x="780" y="12"/>
                    <a:pt x="712" y="0"/>
                    <a:pt x="6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727975" y="3868450"/>
              <a:ext cx="32150" cy="28625"/>
            </a:xfrm>
            <a:custGeom>
              <a:rect b="b" l="l" r="r" t="t"/>
              <a:pathLst>
                <a:path extrusionOk="0" h="1145" w="1286">
                  <a:moveTo>
                    <a:pt x="650" y="0"/>
                  </a:moveTo>
                  <a:cubicBezTo>
                    <a:pt x="598" y="0"/>
                    <a:pt x="545" y="7"/>
                    <a:pt x="492" y="23"/>
                  </a:cubicBezTo>
                  <a:cubicBezTo>
                    <a:pt x="177" y="111"/>
                    <a:pt x="0" y="426"/>
                    <a:pt x="101" y="741"/>
                  </a:cubicBezTo>
                  <a:cubicBezTo>
                    <a:pt x="162" y="972"/>
                    <a:pt x="376" y="1145"/>
                    <a:pt x="629" y="1145"/>
                  </a:cubicBezTo>
                  <a:cubicBezTo>
                    <a:pt x="638" y="1145"/>
                    <a:pt x="647" y="1145"/>
                    <a:pt x="656" y="1144"/>
                  </a:cubicBezTo>
                  <a:cubicBezTo>
                    <a:pt x="706" y="1144"/>
                    <a:pt x="756" y="1144"/>
                    <a:pt x="807" y="1132"/>
                  </a:cubicBezTo>
                  <a:cubicBezTo>
                    <a:pt x="1122" y="1044"/>
                    <a:pt x="1286" y="716"/>
                    <a:pt x="1197" y="414"/>
                  </a:cubicBezTo>
                  <a:cubicBezTo>
                    <a:pt x="1125" y="164"/>
                    <a:pt x="897" y="0"/>
                    <a:pt x="6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899975" y="3846625"/>
              <a:ext cx="29325" cy="28700"/>
            </a:xfrm>
            <a:custGeom>
              <a:rect b="b" l="l" r="r" t="t"/>
              <a:pathLst>
                <a:path extrusionOk="0" h="1148" w="1173">
                  <a:moveTo>
                    <a:pt x="583" y="1"/>
                  </a:moveTo>
                  <a:cubicBezTo>
                    <a:pt x="278" y="1"/>
                    <a:pt x="25" y="248"/>
                    <a:pt x="13" y="556"/>
                  </a:cubicBezTo>
                  <a:cubicBezTo>
                    <a:pt x="0" y="871"/>
                    <a:pt x="252" y="1148"/>
                    <a:pt x="567" y="1148"/>
                  </a:cubicBezTo>
                  <a:lnTo>
                    <a:pt x="593" y="1148"/>
                  </a:lnTo>
                  <a:cubicBezTo>
                    <a:pt x="895" y="1148"/>
                    <a:pt x="1147" y="908"/>
                    <a:pt x="1160" y="593"/>
                  </a:cubicBezTo>
                  <a:cubicBezTo>
                    <a:pt x="1172" y="278"/>
                    <a:pt x="920" y="14"/>
                    <a:pt x="605" y="1"/>
                  </a:cubicBezTo>
                  <a:cubicBezTo>
                    <a:pt x="598" y="1"/>
                    <a:pt x="590" y="1"/>
                    <a:pt x="5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880750" y="5030800"/>
              <a:ext cx="33750" cy="33750"/>
            </a:xfrm>
            <a:custGeom>
              <a:rect b="b" l="l" r="r" t="t"/>
              <a:pathLst>
                <a:path extrusionOk="0" h="1350" w="1350">
                  <a:moveTo>
                    <a:pt x="681" y="1"/>
                  </a:moveTo>
                  <a:cubicBezTo>
                    <a:pt x="303" y="1"/>
                    <a:pt x="1" y="303"/>
                    <a:pt x="1" y="681"/>
                  </a:cubicBezTo>
                  <a:cubicBezTo>
                    <a:pt x="1" y="1047"/>
                    <a:pt x="303" y="1349"/>
                    <a:pt x="681" y="1349"/>
                  </a:cubicBezTo>
                  <a:cubicBezTo>
                    <a:pt x="688" y="1349"/>
                    <a:pt x="695" y="1350"/>
                    <a:pt x="702" y="1350"/>
                  </a:cubicBezTo>
                  <a:cubicBezTo>
                    <a:pt x="1058" y="1350"/>
                    <a:pt x="1349" y="1040"/>
                    <a:pt x="1349" y="681"/>
                  </a:cubicBezTo>
                  <a:cubicBezTo>
                    <a:pt x="1349" y="303"/>
                    <a:pt x="1047" y="1"/>
                    <a:pt x="6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1040800" y="5010050"/>
              <a:ext cx="37500" cy="34025"/>
            </a:xfrm>
            <a:custGeom>
              <a:rect b="b" l="l" r="r" t="t"/>
              <a:pathLst>
                <a:path extrusionOk="0" h="1361" w="1500">
                  <a:moveTo>
                    <a:pt x="755" y="0"/>
                  </a:moveTo>
                  <a:cubicBezTo>
                    <a:pt x="698" y="0"/>
                    <a:pt x="639" y="8"/>
                    <a:pt x="580" y="24"/>
                  </a:cubicBezTo>
                  <a:cubicBezTo>
                    <a:pt x="214" y="125"/>
                    <a:pt x="0" y="491"/>
                    <a:pt x="88" y="856"/>
                  </a:cubicBezTo>
                  <a:cubicBezTo>
                    <a:pt x="176" y="1159"/>
                    <a:pt x="441" y="1360"/>
                    <a:pt x="756" y="1360"/>
                  </a:cubicBezTo>
                  <a:cubicBezTo>
                    <a:pt x="806" y="1360"/>
                    <a:pt x="869" y="1360"/>
                    <a:pt x="920" y="1335"/>
                  </a:cubicBezTo>
                  <a:cubicBezTo>
                    <a:pt x="1285" y="1247"/>
                    <a:pt x="1500" y="869"/>
                    <a:pt x="1411" y="516"/>
                  </a:cubicBezTo>
                  <a:cubicBezTo>
                    <a:pt x="1327" y="209"/>
                    <a:pt x="1056" y="0"/>
                    <a:pt x="7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677875" y="4998800"/>
              <a:ext cx="38475" cy="34250"/>
            </a:xfrm>
            <a:custGeom>
              <a:rect b="b" l="l" r="r" t="t"/>
              <a:pathLst>
                <a:path extrusionOk="0" h="1370" w="1539">
                  <a:moveTo>
                    <a:pt x="774" y="1"/>
                  </a:moveTo>
                  <a:cubicBezTo>
                    <a:pt x="488" y="1"/>
                    <a:pt x="218" y="178"/>
                    <a:pt x="127" y="462"/>
                  </a:cubicBezTo>
                  <a:cubicBezTo>
                    <a:pt x="1" y="827"/>
                    <a:pt x="202" y="1205"/>
                    <a:pt x="555" y="1331"/>
                  </a:cubicBezTo>
                  <a:cubicBezTo>
                    <a:pt x="631" y="1344"/>
                    <a:pt x="694" y="1356"/>
                    <a:pt x="769" y="1369"/>
                  </a:cubicBezTo>
                  <a:cubicBezTo>
                    <a:pt x="1072" y="1369"/>
                    <a:pt x="1324" y="1167"/>
                    <a:pt x="1412" y="890"/>
                  </a:cubicBezTo>
                  <a:cubicBezTo>
                    <a:pt x="1538" y="537"/>
                    <a:pt x="1337" y="147"/>
                    <a:pt x="984" y="33"/>
                  </a:cubicBezTo>
                  <a:cubicBezTo>
                    <a:pt x="914" y="11"/>
                    <a:pt x="844" y="1"/>
                    <a:pt x="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1226025" y="4928250"/>
              <a:ext cx="38775" cy="34225"/>
            </a:xfrm>
            <a:custGeom>
              <a:rect b="b" l="l" r="r" t="t"/>
              <a:pathLst>
                <a:path extrusionOk="0" h="1369" w="1551">
                  <a:moveTo>
                    <a:pt x="774" y="0"/>
                  </a:moveTo>
                  <a:cubicBezTo>
                    <a:pt x="647" y="0"/>
                    <a:pt x="518" y="35"/>
                    <a:pt x="404" y="108"/>
                  </a:cubicBezTo>
                  <a:cubicBezTo>
                    <a:pt x="89" y="310"/>
                    <a:pt x="0" y="738"/>
                    <a:pt x="202" y="1053"/>
                  </a:cubicBezTo>
                  <a:cubicBezTo>
                    <a:pt x="328" y="1242"/>
                    <a:pt x="542" y="1368"/>
                    <a:pt x="782" y="1368"/>
                  </a:cubicBezTo>
                  <a:cubicBezTo>
                    <a:pt x="908" y="1356"/>
                    <a:pt x="1034" y="1331"/>
                    <a:pt x="1147" y="1255"/>
                  </a:cubicBezTo>
                  <a:cubicBezTo>
                    <a:pt x="1462" y="1053"/>
                    <a:pt x="1550" y="625"/>
                    <a:pt x="1349" y="310"/>
                  </a:cubicBezTo>
                  <a:cubicBezTo>
                    <a:pt x="1220" y="109"/>
                    <a:pt x="999" y="0"/>
                    <a:pt x="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497700" y="4905725"/>
              <a:ext cx="38125" cy="33750"/>
            </a:xfrm>
            <a:custGeom>
              <a:rect b="b" l="l" r="r" t="t"/>
              <a:pathLst>
                <a:path extrusionOk="0" h="1350" w="1525">
                  <a:moveTo>
                    <a:pt x="764" y="1"/>
                  </a:moveTo>
                  <a:cubicBezTo>
                    <a:pt x="557" y="1"/>
                    <a:pt x="351" y="96"/>
                    <a:pt x="214" y="279"/>
                  </a:cubicBezTo>
                  <a:cubicBezTo>
                    <a:pt x="0" y="568"/>
                    <a:pt x="63" y="997"/>
                    <a:pt x="366" y="1224"/>
                  </a:cubicBezTo>
                  <a:cubicBezTo>
                    <a:pt x="479" y="1299"/>
                    <a:pt x="618" y="1350"/>
                    <a:pt x="756" y="1350"/>
                  </a:cubicBezTo>
                  <a:cubicBezTo>
                    <a:pt x="970" y="1350"/>
                    <a:pt x="1172" y="1249"/>
                    <a:pt x="1311" y="1072"/>
                  </a:cubicBezTo>
                  <a:cubicBezTo>
                    <a:pt x="1525" y="770"/>
                    <a:pt x="1462" y="354"/>
                    <a:pt x="1159" y="127"/>
                  </a:cubicBezTo>
                  <a:cubicBezTo>
                    <a:pt x="1039" y="42"/>
                    <a:pt x="901" y="1"/>
                    <a:pt x="7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1377225" y="4792825"/>
              <a:ext cx="38475" cy="33875"/>
            </a:xfrm>
            <a:custGeom>
              <a:rect b="b" l="l" r="r" t="t"/>
              <a:pathLst>
                <a:path extrusionOk="0" h="1355" w="1539">
                  <a:moveTo>
                    <a:pt x="762" y="0"/>
                  </a:moveTo>
                  <a:cubicBezTo>
                    <a:pt x="567" y="0"/>
                    <a:pt x="374" y="84"/>
                    <a:pt x="240" y="246"/>
                  </a:cubicBezTo>
                  <a:cubicBezTo>
                    <a:pt x="1" y="535"/>
                    <a:pt x="51" y="964"/>
                    <a:pt x="341" y="1203"/>
                  </a:cubicBezTo>
                  <a:cubicBezTo>
                    <a:pt x="467" y="1304"/>
                    <a:pt x="618" y="1355"/>
                    <a:pt x="769" y="1355"/>
                  </a:cubicBezTo>
                  <a:cubicBezTo>
                    <a:pt x="971" y="1355"/>
                    <a:pt x="1173" y="1266"/>
                    <a:pt x="1299" y="1115"/>
                  </a:cubicBezTo>
                  <a:cubicBezTo>
                    <a:pt x="1538" y="813"/>
                    <a:pt x="1488" y="384"/>
                    <a:pt x="1198" y="157"/>
                  </a:cubicBezTo>
                  <a:cubicBezTo>
                    <a:pt x="1070" y="52"/>
                    <a:pt x="916" y="0"/>
                    <a:pt x="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355300" y="4760850"/>
              <a:ext cx="38150" cy="34025"/>
            </a:xfrm>
            <a:custGeom>
              <a:rect b="b" l="l" r="r" t="t"/>
              <a:pathLst>
                <a:path extrusionOk="0" h="1361" w="1526">
                  <a:moveTo>
                    <a:pt x="761" y="0"/>
                  </a:moveTo>
                  <a:cubicBezTo>
                    <a:pt x="623" y="0"/>
                    <a:pt x="485" y="42"/>
                    <a:pt x="366" y="126"/>
                  </a:cubicBezTo>
                  <a:cubicBezTo>
                    <a:pt x="64" y="353"/>
                    <a:pt x="1" y="769"/>
                    <a:pt x="215" y="1071"/>
                  </a:cubicBezTo>
                  <a:cubicBezTo>
                    <a:pt x="341" y="1247"/>
                    <a:pt x="542" y="1361"/>
                    <a:pt x="757" y="1361"/>
                  </a:cubicBezTo>
                  <a:cubicBezTo>
                    <a:pt x="908" y="1361"/>
                    <a:pt x="1034" y="1310"/>
                    <a:pt x="1160" y="1235"/>
                  </a:cubicBezTo>
                  <a:cubicBezTo>
                    <a:pt x="1462" y="1008"/>
                    <a:pt x="1525" y="592"/>
                    <a:pt x="1311" y="290"/>
                  </a:cubicBezTo>
                  <a:cubicBezTo>
                    <a:pt x="1181" y="99"/>
                    <a:pt x="972" y="0"/>
                    <a:pt x="7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1478975" y="4616950"/>
              <a:ext cx="38475" cy="34275"/>
            </a:xfrm>
            <a:custGeom>
              <a:rect b="b" l="l" r="r" t="t"/>
              <a:pathLst>
                <a:path extrusionOk="0" h="1371" w="1539">
                  <a:moveTo>
                    <a:pt x="761" y="0"/>
                  </a:moveTo>
                  <a:cubicBezTo>
                    <a:pt x="489" y="0"/>
                    <a:pt x="233" y="167"/>
                    <a:pt x="127" y="438"/>
                  </a:cubicBezTo>
                  <a:cubicBezTo>
                    <a:pt x="1" y="791"/>
                    <a:pt x="177" y="1182"/>
                    <a:pt x="517" y="1320"/>
                  </a:cubicBezTo>
                  <a:cubicBezTo>
                    <a:pt x="606" y="1346"/>
                    <a:pt x="681" y="1371"/>
                    <a:pt x="769" y="1371"/>
                  </a:cubicBezTo>
                  <a:cubicBezTo>
                    <a:pt x="1047" y="1358"/>
                    <a:pt x="1299" y="1194"/>
                    <a:pt x="1400" y="930"/>
                  </a:cubicBezTo>
                  <a:cubicBezTo>
                    <a:pt x="1538" y="577"/>
                    <a:pt x="1362" y="186"/>
                    <a:pt x="1009" y="48"/>
                  </a:cubicBezTo>
                  <a:cubicBezTo>
                    <a:pt x="927" y="16"/>
                    <a:pt x="843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264900" y="4578900"/>
              <a:ext cx="38125" cy="34225"/>
            </a:xfrm>
            <a:custGeom>
              <a:rect b="b" l="l" r="r" t="t"/>
              <a:pathLst>
                <a:path extrusionOk="0" h="1369" w="1525">
                  <a:moveTo>
                    <a:pt x="761" y="1"/>
                  </a:moveTo>
                  <a:cubicBezTo>
                    <a:pt x="693" y="1"/>
                    <a:pt x="623" y="11"/>
                    <a:pt x="555" y="32"/>
                  </a:cubicBezTo>
                  <a:cubicBezTo>
                    <a:pt x="202" y="146"/>
                    <a:pt x="0" y="524"/>
                    <a:pt x="113" y="889"/>
                  </a:cubicBezTo>
                  <a:cubicBezTo>
                    <a:pt x="202" y="1167"/>
                    <a:pt x="466" y="1368"/>
                    <a:pt x="756" y="1368"/>
                  </a:cubicBezTo>
                  <a:cubicBezTo>
                    <a:pt x="832" y="1368"/>
                    <a:pt x="895" y="1356"/>
                    <a:pt x="958" y="1330"/>
                  </a:cubicBezTo>
                  <a:cubicBezTo>
                    <a:pt x="1323" y="1217"/>
                    <a:pt x="1525" y="839"/>
                    <a:pt x="1411" y="486"/>
                  </a:cubicBezTo>
                  <a:cubicBezTo>
                    <a:pt x="1319" y="190"/>
                    <a:pt x="1053" y="1"/>
                    <a:pt x="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1522150" y="4418375"/>
              <a:ext cx="34975" cy="34075"/>
            </a:xfrm>
            <a:custGeom>
              <a:rect b="b" l="l" r="r" t="t"/>
              <a:pathLst>
                <a:path extrusionOk="0" h="1363" w="1399">
                  <a:moveTo>
                    <a:pt x="685" y="0"/>
                  </a:moveTo>
                  <a:cubicBezTo>
                    <a:pt x="328" y="0"/>
                    <a:pt x="37" y="282"/>
                    <a:pt x="25" y="644"/>
                  </a:cubicBezTo>
                  <a:cubicBezTo>
                    <a:pt x="0" y="1022"/>
                    <a:pt x="290" y="1337"/>
                    <a:pt x="668" y="1350"/>
                  </a:cubicBezTo>
                  <a:cubicBezTo>
                    <a:pt x="681" y="1363"/>
                    <a:pt x="693" y="1363"/>
                    <a:pt x="693" y="1363"/>
                  </a:cubicBezTo>
                  <a:cubicBezTo>
                    <a:pt x="1059" y="1363"/>
                    <a:pt x="1361" y="1073"/>
                    <a:pt x="1374" y="707"/>
                  </a:cubicBezTo>
                  <a:cubicBezTo>
                    <a:pt x="1399" y="329"/>
                    <a:pt x="1109" y="14"/>
                    <a:pt x="731" y="2"/>
                  </a:cubicBezTo>
                  <a:cubicBezTo>
                    <a:pt x="716" y="1"/>
                    <a:pt x="700" y="0"/>
                    <a:pt x="6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238125" y="4378075"/>
              <a:ext cx="34025" cy="34050"/>
            </a:xfrm>
            <a:custGeom>
              <a:rect b="b" l="l" r="r" t="t"/>
              <a:pathLst>
                <a:path extrusionOk="0" h="1362" w="1361">
                  <a:moveTo>
                    <a:pt x="693" y="1"/>
                  </a:moveTo>
                  <a:cubicBezTo>
                    <a:pt x="315" y="1"/>
                    <a:pt x="0" y="291"/>
                    <a:pt x="0" y="669"/>
                  </a:cubicBezTo>
                  <a:cubicBezTo>
                    <a:pt x="0" y="1047"/>
                    <a:pt x="290" y="1349"/>
                    <a:pt x="668" y="1362"/>
                  </a:cubicBezTo>
                  <a:lnTo>
                    <a:pt x="680" y="1362"/>
                  </a:lnTo>
                  <a:cubicBezTo>
                    <a:pt x="1046" y="1362"/>
                    <a:pt x="1348" y="1059"/>
                    <a:pt x="1361" y="694"/>
                  </a:cubicBezTo>
                  <a:cubicBezTo>
                    <a:pt x="1361" y="316"/>
                    <a:pt x="1058" y="1"/>
                    <a:pt x="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1498200" y="4216475"/>
              <a:ext cx="37825" cy="34375"/>
            </a:xfrm>
            <a:custGeom>
              <a:rect b="b" l="l" r="r" t="t"/>
              <a:pathLst>
                <a:path extrusionOk="0" h="1375" w="1513">
                  <a:moveTo>
                    <a:pt x="751" y="1"/>
                  </a:moveTo>
                  <a:cubicBezTo>
                    <a:pt x="690" y="1"/>
                    <a:pt x="629" y="9"/>
                    <a:pt x="568" y="26"/>
                  </a:cubicBezTo>
                  <a:cubicBezTo>
                    <a:pt x="215" y="127"/>
                    <a:pt x="0" y="505"/>
                    <a:pt x="101" y="870"/>
                  </a:cubicBezTo>
                  <a:cubicBezTo>
                    <a:pt x="177" y="1160"/>
                    <a:pt x="442" y="1362"/>
                    <a:pt x="757" y="1374"/>
                  </a:cubicBezTo>
                  <a:cubicBezTo>
                    <a:pt x="807" y="1362"/>
                    <a:pt x="870" y="1362"/>
                    <a:pt x="933" y="1349"/>
                  </a:cubicBezTo>
                  <a:cubicBezTo>
                    <a:pt x="1298" y="1236"/>
                    <a:pt x="1513" y="870"/>
                    <a:pt x="1412" y="505"/>
                  </a:cubicBezTo>
                  <a:cubicBezTo>
                    <a:pt x="1328" y="200"/>
                    <a:pt x="1052" y="1"/>
                    <a:pt x="7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271200" y="4178025"/>
              <a:ext cx="38125" cy="34075"/>
            </a:xfrm>
            <a:custGeom>
              <a:rect b="b" l="l" r="r" t="t"/>
              <a:pathLst>
                <a:path extrusionOk="0" h="1363" w="1525">
                  <a:moveTo>
                    <a:pt x="758" y="0"/>
                  </a:moveTo>
                  <a:cubicBezTo>
                    <a:pt x="478" y="0"/>
                    <a:pt x="216" y="176"/>
                    <a:pt x="126" y="455"/>
                  </a:cubicBezTo>
                  <a:cubicBezTo>
                    <a:pt x="0" y="808"/>
                    <a:pt x="189" y="1198"/>
                    <a:pt x="542" y="1324"/>
                  </a:cubicBezTo>
                  <a:cubicBezTo>
                    <a:pt x="605" y="1350"/>
                    <a:pt x="681" y="1362"/>
                    <a:pt x="769" y="1362"/>
                  </a:cubicBezTo>
                  <a:cubicBezTo>
                    <a:pt x="1059" y="1362"/>
                    <a:pt x="1311" y="1173"/>
                    <a:pt x="1411" y="909"/>
                  </a:cubicBezTo>
                  <a:cubicBezTo>
                    <a:pt x="1525" y="543"/>
                    <a:pt x="1336" y="165"/>
                    <a:pt x="983" y="39"/>
                  </a:cubicBezTo>
                  <a:cubicBezTo>
                    <a:pt x="909" y="13"/>
                    <a:pt x="83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1412825" y="4031775"/>
              <a:ext cx="39100" cy="34150"/>
            </a:xfrm>
            <a:custGeom>
              <a:rect b="b" l="l" r="r" t="t"/>
              <a:pathLst>
                <a:path extrusionOk="0" h="1366" w="1564">
                  <a:moveTo>
                    <a:pt x="784" y="1"/>
                  </a:moveTo>
                  <a:cubicBezTo>
                    <a:pt x="654" y="1"/>
                    <a:pt x="521" y="38"/>
                    <a:pt x="404" y="118"/>
                  </a:cubicBezTo>
                  <a:cubicBezTo>
                    <a:pt x="89" y="332"/>
                    <a:pt x="1" y="761"/>
                    <a:pt x="215" y="1063"/>
                  </a:cubicBezTo>
                  <a:cubicBezTo>
                    <a:pt x="341" y="1252"/>
                    <a:pt x="555" y="1365"/>
                    <a:pt x="782" y="1365"/>
                  </a:cubicBezTo>
                  <a:cubicBezTo>
                    <a:pt x="921" y="1365"/>
                    <a:pt x="1047" y="1328"/>
                    <a:pt x="1160" y="1252"/>
                  </a:cubicBezTo>
                  <a:cubicBezTo>
                    <a:pt x="1475" y="1050"/>
                    <a:pt x="1563" y="622"/>
                    <a:pt x="1349" y="307"/>
                  </a:cubicBezTo>
                  <a:cubicBezTo>
                    <a:pt x="1222" y="109"/>
                    <a:pt x="1006" y="1"/>
                    <a:pt x="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367275" y="3999475"/>
              <a:ext cx="37825" cy="33675"/>
            </a:xfrm>
            <a:custGeom>
              <a:rect b="b" l="l" r="r" t="t"/>
              <a:pathLst>
                <a:path extrusionOk="0" h="1347" w="1513">
                  <a:moveTo>
                    <a:pt x="764" y="0"/>
                  </a:moveTo>
                  <a:cubicBezTo>
                    <a:pt x="561" y="0"/>
                    <a:pt x="361" y="92"/>
                    <a:pt x="227" y="263"/>
                  </a:cubicBezTo>
                  <a:cubicBezTo>
                    <a:pt x="0" y="566"/>
                    <a:pt x="51" y="982"/>
                    <a:pt x="353" y="1208"/>
                  </a:cubicBezTo>
                  <a:cubicBezTo>
                    <a:pt x="467" y="1297"/>
                    <a:pt x="605" y="1347"/>
                    <a:pt x="756" y="1347"/>
                  </a:cubicBezTo>
                  <a:cubicBezTo>
                    <a:pt x="971" y="1347"/>
                    <a:pt x="1172" y="1246"/>
                    <a:pt x="1298" y="1082"/>
                  </a:cubicBezTo>
                  <a:cubicBezTo>
                    <a:pt x="1512" y="780"/>
                    <a:pt x="1462" y="364"/>
                    <a:pt x="1172" y="137"/>
                  </a:cubicBezTo>
                  <a:cubicBezTo>
                    <a:pt x="1048" y="44"/>
                    <a:pt x="906" y="0"/>
                    <a:pt x="7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1275475" y="3883100"/>
              <a:ext cx="38150" cy="33825"/>
            </a:xfrm>
            <a:custGeom>
              <a:rect b="b" l="l" r="r" t="t"/>
              <a:pathLst>
                <a:path extrusionOk="0" h="1353" w="1526">
                  <a:moveTo>
                    <a:pt x="758" y="1"/>
                  </a:moveTo>
                  <a:cubicBezTo>
                    <a:pt x="558" y="1"/>
                    <a:pt x="359" y="88"/>
                    <a:pt x="227" y="256"/>
                  </a:cubicBezTo>
                  <a:cubicBezTo>
                    <a:pt x="1" y="546"/>
                    <a:pt x="51" y="974"/>
                    <a:pt x="341" y="1214"/>
                  </a:cubicBezTo>
                  <a:cubicBezTo>
                    <a:pt x="454" y="1302"/>
                    <a:pt x="606" y="1352"/>
                    <a:pt x="757" y="1352"/>
                  </a:cubicBezTo>
                  <a:cubicBezTo>
                    <a:pt x="958" y="1352"/>
                    <a:pt x="1160" y="1251"/>
                    <a:pt x="1286" y="1088"/>
                  </a:cubicBezTo>
                  <a:cubicBezTo>
                    <a:pt x="1525" y="798"/>
                    <a:pt x="1462" y="369"/>
                    <a:pt x="1173" y="143"/>
                  </a:cubicBezTo>
                  <a:cubicBezTo>
                    <a:pt x="1050" y="47"/>
                    <a:pt x="904" y="1"/>
                    <a:pt x="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513750" y="3859050"/>
              <a:ext cx="38775" cy="33925"/>
            </a:xfrm>
            <a:custGeom>
              <a:rect b="b" l="l" r="r" t="t"/>
              <a:pathLst>
                <a:path extrusionOk="0" h="1357" w="1551">
                  <a:moveTo>
                    <a:pt x="780" y="0"/>
                  </a:moveTo>
                  <a:cubicBezTo>
                    <a:pt x="647" y="0"/>
                    <a:pt x="512" y="40"/>
                    <a:pt x="391" y="122"/>
                  </a:cubicBezTo>
                  <a:cubicBezTo>
                    <a:pt x="89" y="336"/>
                    <a:pt x="1" y="764"/>
                    <a:pt x="215" y="1067"/>
                  </a:cubicBezTo>
                  <a:cubicBezTo>
                    <a:pt x="341" y="1243"/>
                    <a:pt x="555" y="1357"/>
                    <a:pt x="782" y="1357"/>
                  </a:cubicBezTo>
                  <a:cubicBezTo>
                    <a:pt x="908" y="1357"/>
                    <a:pt x="1047" y="1319"/>
                    <a:pt x="1160" y="1243"/>
                  </a:cubicBezTo>
                  <a:cubicBezTo>
                    <a:pt x="1475" y="1029"/>
                    <a:pt x="1551" y="601"/>
                    <a:pt x="1336" y="298"/>
                  </a:cubicBezTo>
                  <a:cubicBezTo>
                    <a:pt x="1204" y="103"/>
                    <a:pt x="995" y="0"/>
                    <a:pt x="7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1098125" y="3784200"/>
              <a:ext cx="38150" cy="33800"/>
            </a:xfrm>
            <a:custGeom>
              <a:rect b="b" l="l" r="r" t="t"/>
              <a:pathLst>
                <a:path extrusionOk="0" h="1352" w="1526">
                  <a:moveTo>
                    <a:pt x="763" y="0"/>
                  </a:moveTo>
                  <a:cubicBezTo>
                    <a:pt x="485" y="0"/>
                    <a:pt x="225" y="168"/>
                    <a:pt x="126" y="444"/>
                  </a:cubicBezTo>
                  <a:cubicBezTo>
                    <a:pt x="0" y="797"/>
                    <a:pt x="177" y="1188"/>
                    <a:pt x="530" y="1314"/>
                  </a:cubicBezTo>
                  <a:cubicBezTo>
                    <a:pt x="605" y="1339"/>
                    <a:pt x="681" y="1352"/>
                    <a:pt x="756" y="1352"/>
                  </a:cubicBezTo>
                  <a:cubicBezTo>
                    <a:pt x="1046" y="1352"/>
                    <a:pt x="1298" y="1175"/>
                    <a:pt x="1399" y="911"/>
                  </a:cubicBezTo>
                  <a:cubicBezTo>
                    <a:pt x="1525" y="558"/>
                    <a:pt x="1349" y="167"/>
                    <a:pt x="996" y="41"/>
                  </a:cubicBezTo>
                  <a:cubicBezTo>
                    <a:pt x="919" y="14"/>
                    <a:pt x="840" y="0"/>
                    <a:pt x="7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697425" y="3771525"/>
              <a:ext cx="37825" cy="33875"/>
            </a:xfrm>
            <a:custGeom>
              <a:rect b="b" l="l" r="r" t="t"/>
              <a:pathLst>
                <a:path extrusionOk="0" h="1355" w="1513">
                  <a:moveTo>
                    <a:pt x="767" y="1"/>
                  </a:moveTo>
                  <a:cubicBezTo>
                    <a:pt x="701" y="1"/>
                    <a:pt x="634" y="11"/>
                    <a:pt x="567" y="31"/>
                  </a:cubicBezTo>
                  <a:cubicBezTo>
                    <a:pt x="202" y="132"/>
                    <a:pt x="0" y="510"/>
                    <a:pt x="101" y="876"/>
                  </a:cubicBezTo>
                  <a:cubicBezTo>
                    <a:pt x="189" y="1166"/>
                    <a:pt x="454" y="1355"/>
                    <a:pt x="756" y="1355"/>
                  </a:cubicBezTo>
                  <a:cubicBezTo>
                    <a:pt x="819" y="1355"/>
                    <a:pt x="895" y="1355"/>
                    <a:pt x="958" y="1329"/>
                  </a:cubicBezTo>
                  <a:cubicBezTo>
                    <a:pt x="1311" y="1229"/>
                    <a:pt x="1512" y="850"/>
                    <a:pt x="1411" y="485"/>
                  </a:cubicBezTo>
                  <a:cubicBezTo>
                    <a:pt x="1329" y="197"/>
                    <a:pt x="1061" y="1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900600" y="3745825"/>
              <a:ext cx="34375" cy="34050"/>
            </a:xfrm>
            <a:custGeom>
              <a:rect b="b" l="l" r="r" t="t"/>
              <a:pathLst>
                <a:path extrusionOk="0" h="1362" w="1375">
                  <a:moveTo>
                    <a:pt x="683" y="1"/>
                  </a:moveTo>
                  <a:cubicBezTo>
                    <a:pt x="316" y="1"/>
                    <a:pt x="26" y="286"/>
                    <a:pt x="13" y="656"/>
                  </a:cubicBezTo>
                  <a:cubicBezTo>
                    <a:pt x="1" y="1034"/>
                    <a:pt x="290" y="1349"/>
                    <a:pt x="668" y="1362"/>
                  </a:cubicBezTo>
                  <a:lnTo>
                    <a:pt x="681" y="1362"/>
                  </a:lnTo>
                  <a:cubicBezTo>
                    <a:pt x="1059" y="1362"/>
                    <a:pt x="1349" y="1072"/>
                    <a:pt x="1362" y="707"/>
                  </a:cubicBezTo>
                  <a:cubicBezTo>
                    <a:pt x="1374" y="329"/>
                    <a:pt x="1084" y="14"/>
                    <a:pt x="706" y="1"/>
                  </a:cubicBezTo>
                  <a:cubicBezTo>
                    <a:pt x="698" y="1"/>
                    <a:pt x="690" y="1"/>
                    <a:pt x="6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4"/>
          <p:cNvGrpSpPr/>
          <p:nvPr/>
        </p:nvGrpSpPr>
        <p:grpSpPr>
          <a:xfrm>
            <a:off x="3504199" y="586926"/>
            <a:ext cx="664870" cy="665626"/>
            <a:chOff x="865862" y="3207306"/>
            <a:chExt cx="364483" cy="364896"/>
          </a:xfrm>
        </p:grpSpPr>
        <p:sp>
          <p:nvSpPr>
            <p:cNvPr id="293" name="Google Shape;293;p4"/>
            <p:cNvSpPr/>
            <p:nvPr/>
          </p:nvSpPr>
          <p:spPr>
            <a:xfrm>
              <a:off x="928229" y="3269323"/>
              <a:ext cx="240131" cy="240100"/>
            </a:xfrm>
            <a:custGeom>
              <a:rect b="b" l="l" r="r" t="t"/>
              <a:pathLst>
                <a:path extrusionOk="0" h="7561" w="7562">
                  <a:moveTo>
                    <a:pt x="3775" y="0"/>
                  </a:moveTo>
                  <a:cubicBezTo>
                    <a:pt x="1692" y="0"/>
                    <a:pt x="1" y="1703"/>
                    <a:pt x="1" y="3787"/>
                  </a:cubicBezTo>
                  <a:cubicBezTo>
                    <a:pt x="1" y="5870"/>
                    <a:pt x="1692" y="7561"/>
                    <a:pt x="3775" y="7561"/>
                  </a:cubicBezTo>
                  <a:cubicBezTo>
                    <a:pt x="4454" y="7561"/>
                    <a:pt x="5121" y="7382"/>
                    <a:pt x="5704" y="7037"/>
                  </a:cubicBezTo>
                  <a:cubicBezTo>
                    <a:pt x="5787" y="6977"/>
                    <a:pt x="5823" y="6858"/>
                    <a:pt x="5775" y="6775"/>
                  </a:cubicBezTo>
                  <a:cubicBezTo>
                    <a:pt x="5736" y="6720"/>
                    <a:pt x="5672" y="6691"/>
                    <a:pt x="5605" y="6691"/>
                  </a:cubicBezTo>
                  <a:cubicBezTo>
                    <a:pt x="5570" y="6691"/>
                    <a:pt x="5534" y="6699"/>
                    <a:pt x="5502" y="6716"/>
                  </a:cubicBezTo>
                  <a:cubicBezTo>
                    <a:pt x="4990" y="7025"/>
                    <a:pt x="4394" y="7192"/>
                    <a:pt x="3775" y="7192"/>
                  </a:cubicBezTo>
                  <a:cubicBezTo>
                    <a:pt x="1906" y="7192"/>
                    <a:pt x="382" y="5668"/>
                    <a:pt x="382" y="3798"/>
                  </a:cubicBezTo>
                  <a:cubicBezTo>
                    <a:pt x="382" y="1917"/>
                    <a:pt x="1906" y="405"/>
                    <a:pt x="3775" y="405"/>
                  </a:cubicBezTo>
                  <a:cubicBezTo>
                    <a:pt x="5656" y="405"/>
                    <a:pt x="7168" y="1917"/>
                    <a:pt x="7168" y="3798"/>
                  </a:cubicBezTo>
                  <a:cubicBezTo>
                    <a:pt x="7168" y="4775"/>
                    <a:pt x="6740" y="5715"/>
                    <a:pt x="6002" y="6358"/>
                  </a:cubicBezTo>
                  <a:cubicBezTo>
                    <a:pt x="5918" y="6430"/>
                    <a:pt x="5906" y="6549"/>
                    <a:pt x="5978" y="6620"/>
                  </a:cubicBezTo>
                  <a:cubicBezTo>
                    <a:pt x="6024" y="6667"/>
                    <a:pt x="6082" y="6691"/>
                    <a:pt x="6136" y="6691"/>
                  </a:cubicBezTo>
                  <a:cubicBezTo>
                    <a:pt x="6179" y="6691"/>
                    <a:pt x="6220" y="6676"/>
                    <a:pt x="6252" y="6644"/>
                  </a:cubicBezTo>
                  <a:cubicBezTo>
                    <a:pt x="7085" y="5930"/>
                    <a:pt x="7561" y="4882"/>
                    <a:pt x="7561" y="3787"/>
                  </a:cubicBezTo>
                  <a:cubicBezTo>
                    <a:pt x="7561" y="1703"/>
                    <a:pt x="5859" y="0"/>
                    <a:pt x="3775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956205" y="3297681"/>
              <a:ext cx="184179" cy="184147"/>
            </a:xfrm>
            <a:custGeom>
              <a:rect b="b" l="l" r="r" t="t"/>
              <a:pathLst>
                <a:path extrusionOk="0" h="5799" w="5800">
                  <a:moveTo>
                    <a:pt x="2894" y="0"/>
                  </a:moveTo>
                  <a:cubicBezTo>
                    <a:pt x="1311" y="0"/>
                    <a:pt x="1" y="1298"/>
                    <a:pt x="1" y="2905"/>
                  </a:cubicBezTo>
                  <a:cubicBezTo>
                    <a:pt x="1" y="4501"/>
                    <a:pt x="1287" y="5799"/>
                    <a:pt x="2894" y="5799"/>
                  </a:cubicBezTo>
                  <a:cubicBezTo>
                    <a:pt x="4502" y="5799"/>
                    <a:pt x="5799" y="4513"/>
                    <a:pt x="5799" y="2905"/>
                  </a:cubicBezTo>
                  <a:cubicBezTo>
                    <a:pt x="5799" y="2322"/>
                    <a:pt x="5621" y="1751"/>
                    <a:pt x="5311" y="1286"/>
                  </a:cubicBezTo>
                  <a:cubicBezTo>
                    <a:pt x="5276" y="1229"/>
                    <a:pt x="5219" y="1202"/>
                    <a:pt x="5159" y="1202"/>
                  </a:cubicBezTo>
                  <a:cubicBezTo>
                    <a:pt x="5118" y="1202"/>
                    <a:pt x="5076" y="1215"/>
                    <a:pt x="5037" y="1239"/>
                  </a:cubicBezTo>
                  <a:cubicBezTo>
                    <a:pt x="4954" y="1298"/>
                    <a:pt x="4942" y="1417"/>
                    <a:pt x="5002" y="1501"/>
                  </a:cubicBezTo>
                  <a:cubicBezTo>
                    <a:pt x="5275" y="1917"/>
                    <a:pt x="5430" y="2417"/>
                    <a:pt x="5430" y="2905"/>
                  </a:cubicBezTo>
                  <a:cubicBezTo>
                    <a:pt x="5430" y="4287"/>
                    <a:pt x="4299" y="5418"/>
                    <a:pt x="2918" y="5418"/>
                  </a:cubicBezTo>
                  <a:cubicBezTo>
                    <a:pt x="1525" y="5418"/>
                    <a:pt x="394" y="4287"/>
                    <a:pt x="394" y="2905"/>
                  </a:cubicBezTo>
                  <a:cubicBezTo>
                    <a:pt x="394" y="1524"/>
                    <a:pt x="1513" y="393"/>
                    <a:pt x="2894" y="393"/>
                  </a:cubicBezTo>
                  <a:cubicBezTo>
                    <a:pt x="3525" y="393"/>
                    <a:pt x="4132" y="631"/>
                    <a:pt x="4597" y="1036"/>
                  </a:cubicBezTo>
                  <a:cubicBezTo>
                    <a:pt x="4628" y="1073"/>
                    <a:pt x="4669" y="1089"/>
                    <a:pt x="4712" y="1089"/>
                  </a:cubicBezTo>
                  <a:cubicBezTo>
                    <a:pt x="4764" y="1089"/>
                    <a:pt x="4819" y="1064"/>
                    <a:pt x="4859" y="1024"/>
                  </a:cubicBezTo>
                  <a:cubicBezTo>
                    <a:pt x="4942" y="953"/>
                    <a:pt x="4918" y="834"/>
                    <a:pt x="4847" y="762"/>
                  </a:cubicBezTo>
                  <a:cubicBezTo>
                    <a:pt x="4311" y="274"/>
                    <a:pt x="3609" y="0"/>
                    <a:pt x="2894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1042039" y="3207306"/>
              <a:ext cx="12511" cy="47664"/>
            </a:xfrm>
            <a:custGeom>
              <a:rect b="b" l="l" r="r" t="t"/>
              <a:pathLst>
                <a:path extrusionOk="0" h="1501" w="394">
                  <a:moveTo>
                    <a:pt x="191" y="1"/>
                  </a:moveTo>
                  <a:cubicBezTo>
                    <a:pt x="96" y="1"/>
                    <a:pt x="1" y="96"/>
                    <a:pt x="1" y="203"/>
                  </a:cubicBezTo>
                  <a:lnTo>
                    <a:pt x="1" y="1310"/>
                  </a:lnTo>
                  <a:cubicBezTo>
                    <a:pt x="1" y="1430"/>
                    <a:pt x="96" y="1501"/>
                    <a:pt x="191" y="1501"/>
                  </a:cubicBezTo>
                  <a:cubicBezTo>
                    <a:pt x="298" y="1501"/>
                    <a:pt x="394" y="1418"/>
                    <a:pt x="394" y="1310"/>
                  </a:cubicBezTo>
                  <a:lnTo>
                    <a:pt x="394" y="203"/>
                  </a:lnTo>
                  <a:cubicBezTo>
                    <a:pt x="394" y="96"/>
                    <a:pt x="298" y="1"/>
                    <a:pt x="191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1042039" y="3524538"/>
              <a:ext cx="12511" cy="47664"/>
            </a:xfrm>
            <a:custGeom>
              <a:rect b="b" l="l" r="r" t="t"/>
              <a:pathLst>
                <a:path extrusionOk="0" h="1501" w="394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1310"/>
                  </a:lnTo>
                  <a:cubicBezTo>
                    <a:pt x="1" y="1417"/>
                    <a:pt x="84" y="1500"/>
                    <a:pt x="191" y="1500"/>
                  </a:cubicBezTo>
                  <a:cubicBezTo>
                    <a:pt x="298" y="1500"/>
                    <a:pt x="394" y="1417"/>
                    <a:pt x="394" y="1310"/>
                  </a:cubicBezTo>
                  <a:lnTo>
                    <a:pt x="394" y="191"/>
                  </a:ln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953188" y="3230836"/>
              <a:ext cx="31406" cy="43441"/>
            </a:xfrm>
            <a:custGeom>
              <a:rect b="b" l="l" r="r" t="t"/>
              <a:pathLst>
                <a:path extrusionOk="0" h="1368" w="989">
                  <a:moveTo>
                    <a:pt x="217" y="0"/>
                  </a:moveTo>
                  <a:cubicBezTo>
                    <a:pt x="185" y="0"/>
                    <a:pt x="153" y="7"/>
                    <a:pt x="120" y="22"/>
                  </a:cubicBezTo>
                  <a:cubicBezTo>
                    <a:pt x="36" y="81"/>
                    <a:pt x="1" y="188"/>
                    <a:pt x="48" y="296"/>
                  </a:cubicBezTo>
                  <a:lnTo>
                    <a:pt x="608" y="1272"/>
                  </a:lnTo>
                  <a:cubicBezTo>
                    <a:pt x="644" y="1331"/>
                    <a:pt x="715" y="1367"/>
                    <a:pt x="775" y="1367"/>
                  </a:cubicBezTo>
                  <a:cubicBezTo>
                    <a:pt x="798" y="1367"/>
                    <a:pt x="834" y="1343"/>
                    <a:pt x="870" y="1331"/>
                  </a:cubicBezTo>
                  <a:cubicBezTo>
                    <a:pt x="953" y="1272"/>
                    <a:pt x="989" y="1165"/>
                    <a:pt x="941" y="1070"/>
                  </a:cubicBezTo>
                  <a:lnTo>
                    <a:pt x="394" y="93"/>
                  </a:lnTo>
                  <a:cubicBezTo>
                    <a:pt x="352" y="35"/>
                    <a:pt x="288" y="0"/>
                    <a:pt x="217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1111614" y="3505485"/>
              <a:ext cx="30644" cy="42520"/>
            </a:xfrm>
            <a:custGeom>
              <a:rect b="b" l="l" r="r" t="t"/>
              <a:pathLst>
                <a:path extrusionOk="0" h="1339" w="965">
                  <a:moveTo>
                    <a:pt x="210" y="1"/>
                  </a:moveTo>
                  <a:cubicBezTo>
                    <a:pt x="181" y="1"/>
                    <a:pt x="151" y="6"/>
                    <a:pt x="119" y="17"/>
                  </a:cubicBezTo>
                  <a:cubicBezTo>
                    <a:pt x="24" y="76"/>
                    <a:pt x="0" y="183"/>
                    <a:pt x="48" y="291"/>
                  </a:cubicBezTo>
                  <a:lnTo>
                    <a:pt x="596" y="1255"/>
                  </a:lnTo>
                  <a:cubicBezTo>
                    <a:pt x="620" y="1314"/>
                    <a:pt x="691" y="1338"/>
                    <a:pt x="751" y="1338"/>
                  </a:cubicBezTo>
                  <a:cubicBezTo>
                    <a:pt x="786" y="1338"/>
                    <a:pt x="810" y="1326"/>
                    <a:pt x="846" y="1314"/>
                  </a:cubicBezTo>
                  <a:cubicBezTo>
                    <a:pt x="929" y="1255"/>
                    <a:pt x="965" y="1148"/>
                    <a:pt x="917" y="1041"/>
                  </a:cubicBezTo>
                  <a:lnTo>
                    <a:pt x="381" y="100"/>
                  </a:lnTo>
                  <a:cubicBezTo>
                    <a:pt x="339" y="33"/>
                    <a:pt x="279" y="1"/>
                    <a:pt x="210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888916" y="3295998"/>
              <a:ext cx="44648" cy="29691"/>
            </a:xfrm>
            <a:custGeom>
              <a:rect b="b" l="l" r="r" t="t"/>
              <a:pathLst>
                <a:path extrusionOk="0" h="935" w="1406">
                  <a:moveTo>
                    <a:pt x="203" y="0"/>
                  </a:moveTo>
                  <a:cubicBezTo>
                    <a:pt x="136" y="0"/>
                    <a:pt x="64" y="37"/>
                    <a:pt x="24" y="101"/>
                  </a:cubicBezTo>
                  <a:cubicBezTo>
                    <a:pt x="1" y="184"/>
                    <a:pt x="36" y="303"/>
                    <a:pt x="120" y="351"/>
                  </a:cubicBezTo>
                  <a:lnTo>
                    <a:pt x="1084" y="899"/>
                  </a:lnTo>
                  <a:cubicBezTo>
                    <a:pt x="1120" y="923"/>
                    <a:pt x="1144" y="934"/>
                    <a:pt x="1179" y="934"/>
                  </a:cubicBezTo>
                  <a:cubicBezTo>
                    <a:pt x="1239" y="934"/>
                    <a:pt x="1310" y="899"/>
                    <a:pt x="1334" y="839"/>
                  </a:cubicBezTo>
                  <a:cubicBezTo>
                    <a:pt x="1406" y="756"/>
                    <a:pt x="1358" y="637"/>
                    <a:pt x="1263" y="577"/>
                  </a:cubicBezTo>
                  <a:lnTo>
                    <a:pt x="298" y="30"/>
                  </a:lnTo>
                  <a:cubicBezTo>
                    <a:pt x="271" y="10"/>
                    <a:pt x="237" y="0"/>
                    <a:pt x="203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1162644" y="3454106"/>
              <a:ext cx="45029" cy="30390"/>
            </a:xfrm>
            <a:custGeom>
              <a:rect b="b" l="l" r="r" t="t"/>
              <a:pathLst>
                <a:path extrusionOk="0" h="957" w="1418">
                  <a:moveTo>
                    <a:pt x="237" y="1"/>
                  </a:moveTo>
                  <a:cubicBezTo>
                    <a:pt x="171" y="1"/>
                    <a:pt x="101" y="41"/>
                    <a:pt x="60" y="99"/>
                  </a:cubicBezTo>
                  <a:cubicBezTo>
                    <a:pt x="1" y="194"/>
                    <a:pt x="48" y="313"/>
                    <a:pt x="132" y="373"/>
                  </a:cubicBezTo>
                  <a:lnTo>
                    <a:pt x="1096" y="920"/>
                  </a:lnTo>
                  <a:cubicBezTo>
                    <a:pt x="1132" y="932"/>
                    <a:pt x="1156" y="956"/>
                    <a:pt x="1191" y="956"/>
                  </a:cubicBezTo>
                  <a:cubicBezTo>
                    <a:pt x="1251" y="956"/>
                    <a:pt x="1322" y="920"/>
                    <a:pt x="1346" y="861"/>
                  </a:cubicBezTo>
                  <a:cubicBezTo>
                    <a:pt x="1418" y="766"/>
                    <a:pt x="1382" y="646"/>
                    <a:pt x="1299" y="575"/>
                  </a:cubicBezTo>
                  <a:lnTo>
                    <a:pt x="322" y="27"/>
                  </a:lnTo>
                  <a:cubicBezTo>
                    <a:pt x="296" y="9"/>
                    <a:pt x="267" y="1"/>
                    <a:pt x="237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865862" y="3383864"/>
              <a:ext cx="47664" cy="12130"/>
            </a:xfrm>
            <a:custGeom>
              <a:rect b="b" l="l" r="r" t="t"/>
              <a:pathLst>
                <a:path extrusionOk="0" h="382" w="1501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cubicBezTo>
                    <a:pt x="0" y="287"/>
                    <a:pt x="84" y="382"/>
                    <a:pt x="191" y="382"/>
                  </a:cubicBezTo>
                  <a:lnTo>
                    <a:pt x="1310" y="382"/>
                  </a:lnTo>
                  <a:cubicBezTo>
                    <a:pt x="1429" y="382"/>
                    <a:pt x="1501" y="299"/>
                    <a:pt x="1501" y="191"/>
                  </a:cubicBezTo>
                  <a:cubicBezTo>
                    <a:pt x="1501" y="84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1182300" y="3383864"/>
              <a:ext cx="48045" cy="12130"/>
            </a:xfrm>
            <a:custGeom>
              <a:rect b="b" l="l" r="r" t="t"/>
              <a:pathLst>
                <a:path extrusionOk="0" h="382" w="1513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87"/>
                    <a:pt x="96" y="382"/>
                    <a:pt x="203" y="382"/>
                  </a:cubicBezTo>
                  <a:lnTo>
                    <a:pt x="1311" y="382"/>
                  </a:lnTo>
                  <a:cubicBezTo>
                    <a:pt x="1418" y="382"/>
                    <a:pt x="1513" y="287"/>
                    <a:pt x="1513" y="191"/>
                  </a:cubicBezTo>
                  <a:cubicBezTo>
                    <a:pt x="1513" y="84"/>
                    <a:pt x="1430" y="1"/>
                    <a:pt x="1311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888916" y="3454011"/>
              <a:ext cx="43885" cy="30104"/>
            </a:xfrm>
            <a:custGeom>
              <a:rect b="b" l="l" r="r" t="t"/>
              <a:pathLst>
                <a:path extrusionOk="0" h="948" w="1382">
                  <a:moveTo>
                    <a:pt x="1186" y="1"/>
                  </a:moveTo>
                  <a:cubicBezTo>
                    <a:pt x="1152" y="1"/>
                    <a:pt x="1117" y="10"/>
                    <a:pt x="1084" y="30"/>
                  </a:cubicBezTo>
                  <a:lnTo>
                    <a:pt x="120" y="590"/>
                  </a:lnTo>
                  <a:cubicBezTo>
                    <a:pt x="36" y="649"/>
                    <a:pt x="1" y="745"/>
                    <a:pt x="48" y="852"/>
                  </a:cubicBezTo>
                  <a:cubicBezTo>
                    <a:pt x="72" y="911"/>
                    <a:pt x="144" y="947"/>
                    <a:pt x="215" y="947"/>
                  </a:cubicBezTo>
                  <a:cubicBezTo>
                    <a:pt x="239" y="947"/>
                    <a:pt x="274" y="923"/>
                    <a:pt x="298" y="911"/>
                  </a:cubicBezTo>
                  <a:lnTo>
                    <a:pt x="1263" y="364"/>
                  </a:lnTo>
                  <a:cubicBezTo>
                    <a:pt x="1358" y="304"/>
                    <a:pt x="1382" y="197"/>
                    <a:pt x="1334" y="90"/>
                  </a:cubicBezTo>
                  <a:cubicBezTo>
                    <a:pt x="1311" y="35"/>
                    <a:pt x="1251" y="1"/>
                    <a:pt x="1186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1163025" y="3295648"/>
              <a:ext cx="44648" cy="30040"/>
            </a:xfrm>
            <a:custGeom>
              <a:rect b="b" l="l" r="r" t="t"/>
              <a:pathLst>
                <a:path extrusionOk="0" h="946" w="1406">
                  <a:moveTo>
                    <a:pt x="1177" y="1"/>
                  </a:moveTo>
                  <a:cubicBezTo>
                    <a:pt x="1147" y="1"/>
                    <a:pt x="1115" y="6"/>
                    <a:pt x="1084" y="17"/>
                  </a:cubicBezTo>
                  <a:lnTo>
                    <a:pt x="120" y="576"/>
                  </a:lnTo>
                  <a:cubicBezTo>
                    <a:pt x="36" y="636"/>
                    <a:pt x="1" y="731"/>
                    <a:pt x="48" y="838"/>
                  </a:cubicBezTo>
                  <a:cubicBezTo>
                    <a:pt x="96" y="910"/>
                    <a:pt x="155" y="945"/>
                    <a:pt x="227" y="945"/>
                  </a:cubicBezTo>
                  <a:cubicBezTo>
                    <a:pt x="251" y="945"/>
                    <a:pt x="286" y="934"/>
                    <a:pt x="310" y="910"/>
                  </a:cubicBezTo>
                  <a:lnTo>
                    <a:pt x="1287" y="362"/>
                  </a:lnTo>
                  <a:cubicBezTo>
                    <a:pt x="1370" y="302"/>
                    <a:pt x="1406" y="195"/>
                    <a:pt x="1358" y="100"/>
                  </a:cubicBezTo>
                  <a:cubicBezTo>
                    <a:pt x="1316" y="33"/>
                    <a:pt x="1250" y="1"/>
                    <a:pt x="1177" y="1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953188" y="3505835"/>
              <a:ext cx="31787" cy="43282"/>
            </a:xfrm>
            <a:custGeom>
              <a:rect b="b" l="l" r="r" t="t"/>
              <a:pathLst>
                <a:path extrusionOk="0" h="1363" w="1001">
                  <a:moveTo>
                    <a:pt x="782" y="0"/>
                  </a:moveTo>
                  <a:cubicBezTo>
                    <a:pt x="714" y="0"/>
                    <a:pt x="648" y="37"/>
                    <a:pt x="608" y="101"/>
                  </a:cubicBezTo>
                  <a:lnTo>
                    <a:pt x="60" y="1065"/>
                  </a:lnTo>
                  <a:cubicBezTo>
                    <a:pt x="1" y="1161"/>
                    <a:pt x="48" y="1280"/>
                    <a:pt x="132" y="1327"/>
                  </a:cubicBezTo>
                  <a:cubicBezTo>
                    <a:pt x="167" y="1351"/>
                    <a:pt x="191" y="1363"/>
                    <a:pt x="227" y="1363"/>
                  </a:cubicBezTo>
                  <a:cubicBezTo>
                    <a:pt x="286" y="1363"/>
                    <a:pt x="358" y="1327"/>
                    <a:pt x="394" y="1280"/>
                  </a:cubicBezTo>
                  <a:lnTo>
                    <a:pt x="941" y="303"/>
                  </a:lnTo>
                  <a:cubicBezTo>
                    <a:pt x="1001" y="184"/>
                    <a:pt x="965" y="65"/>
                    <a:pt x="882" y="30"/>
                  </a:cubicBezTo>
                  <a:cubicBezTo>
                    <a:pt x="850" y="10"/>
                    <a:pt x="816" y="0"/>
                    <a:pt x="782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1111614" y="3231726"/>
              <a:ext cx="31025" cy="42933"/>
            </a:xfrm>
            <a:custGeom>
              <a:rect b="b" l="l" r="r" t="t"/>
              <a:pathLst>
                <a:path extrusionOk="0" h="1352" w="977">
                  <a:moveTo>
                    <a:pt x="754" y="0"/>
                  </a:moveTo>
                  <a:cubicBezTo>
                    <a:pt x="688" y="0"/>
                    <a:pt x="620" y="37"/>
                    <a:pt x="572" y="101"/>
                  </a:cubicBezTo>
                  <a:lnTo>
                    <a:pt x="24" y="1065"/>
                  </a:lnTo>
                  <a:cubicBezTo>
                    <a:pt x="0" y="1137"/>
                    <a:pt x="24" y="1256"/>
                    <a:pt x="119" y="1315"/>
                  </a:cubicBezTo>
                  <a:cubicBezTo>
                    <a:pt x="143" y="1339"/>
                    <a:pt x="179" y="1351"/>
                    <a:pt x="203" y="1351"/>
                  </a:cubicBezTo>
                  <a:cubicBezTo>
                    <a:pt x="262" y="1351"/>
                    <a:pt x="346" y="1315"/>
                    <a:pt x="370" y="1256"/>
                  </a:cubicBezTo>
                  <a:lnTo>
                    <a:pt x="917" y="291"/>
                  </a:lnTo>
                  <a:cubicBezTo>
                    <a:pt x="977" y="208"/>
                    <a:pt x="941" y="89"/>
                    <a:pt x="846" y="29"/>
                  </a:cubicBezTo>
                  <a:cubicBezTo>
                    <a:pt x="818" y="10"/>
                    <a:pt x="786" y="0"/>
                    <a:pt x="754" y="0"/>
                  </a:cubicBezTo>
                  <a:close/>
                </a:path>
              </a:pathLst>
            </a:cu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7" name="Google Shape;307;p4"/>
          <p:cNvCxnSpPr/>
          <p:nvPr/>
        </p:nvCxnSpPr>
        <p:spPr>
          <a:xfrm flipH="1">
            <a:off x="4468966" y="2349183"/>
            <a:ext cx="732998" cy="251248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08" name="Google Shape;308;p4"/>
          <p:cNvSpPr/>
          <p:nvPr/>
        </p:nvSpPr>
        <p:spPr>
          <a:xfrm>
            <a:off x="5054767" y="2588123"/>
            <a:ext cx="706149" cy="446640"/>
          </a:xfrm>
          <a:custGeom>
            <a:rect b="b" l="l" r="r" t="t"/>
            <a:pathLst>
              <a:path extrusionOk="0" h="1848" w="2439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"/>
          <p:cNvSpPr txBox="1"/>
          <p:nvPr/>
        </p:nvSpPr>
        <p:spPr>
          <a:xfrm>
            <a:off x="5986686" y="2623702"/>
            <a:ext cx="244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Output: Voltage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Google Shape;314;p5"/>
          <p:cNvCxnSpPr/>
          <p:nvPr/>
        </p:nvCxnSpPr>
        <p:spPr>
          <a:xfrm>
            <a:off x="1551088" y="2404550"/>
            <a:ext cx="0" cy="4551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5"/>
          <p:cNvCxnSpPr/>
          <p:nvPr/>
        </p:nvCxnSpPr>
        <p:spPr>
          <a:xfrm>
            <a:off x="3587838" y="2976550"/>
            <a:ext cx="0" cy="4551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5"/>
          <p:cNvCxnSpPr/>
          <p:nvPr/>
        </p:nvCxnSpPr>
        <p:spPr>
          <a:xfrm>
            <a:off x="5624588" y="2404550"/>
            <a:ext cx="0" cy="4551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5"/>
          <p:cNvCxnSpPr/>
          <p:nvPr/>
        </p:nvCxnSpPr>
        <p:spPr>
          <a:xfrm>
            <a:off x="7661338" y="2976550"/>
            <a:ext cx="0" cy="4551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5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Use cases</a:t>
            </a:r>
            <a:endParaRPr/>
          </a:p>
        </p:txBody>
      </p:sp>
      <p:cxnSp>
        <p:nvCxnSpPr>
          <p:cNvPr id="319" name="Google Shape;319;p5"/>
          <p:cNvCxnSpPr/>
          <p:nvPr/>
        </p:nvCxnSpPr>
        <p:spPr>
          <a:xfrm>
            <a:off x="1034400" y="2918100"/>
            <a:ext cx="7075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0" name="Google Shape;320;p5"/>
          <p:cNvGrpSpPr/>
          <p:nvPr/>
        </p:nvGrpSpPr>
        <p:grpSpPr>
          <a:xfrm>
            <a:off x="1372725" y="2731350"/>
            <a:ext cx="373500" cy="373500"/>
            <a:chOff x="1372725" y="1912500"/>
            <a:chExt cx="373500" cy="373500"/>
          </a:xfrm>
        </p:grpSpPr>
        <p:sp>
          <p:nvSpPr>
            <p:cNvPr id="321" name="Google Shape;321;p5"/>
            <p:cNvSpPr/>
            <p:nvPr/>
          </p:nvSpPr>
          <p:spPr>
            <a:xfrm>
              <a:off x="146406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137272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5"/>
          <p:cNvGrpSpPr/>
          <p:nvPr/>
        </p:nvGrpSpPr>
        <p:grpSpPr>
          <a:xfrm>
            <a:off x="3401092" y="2731350"/>
            <a:ext cx="373500" cy="373500"/>
            <a:chOff x="3212675" y="1912500"/>
            <a:chExt cx="373500" cy="373500"/>
          </a:xfrm>
        </p:grpSpPr>
        <p:sp>
          <p:nvSpPr>
            <p:cNvPr id="324" name="Google Shape;324;p5"/>
            <p:cNvSpPr/>
            <p:nvPr/>
          </p:nvSpPr>
          <p:spPr>
            <a:xfrm>
              <a:off x="330401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321267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5"/>
          <p:cNvGrpSpPr/>
          <p:nvPr/>
        </p:nvGrpSpPr>
        <p:grpSpPr>
          <a:xfrm>
            <a:off x="5429458" y="2731350"/>
            <a:ext cx="373500" cy="373500"/>
            <a:chOff x="5557850" y="1912500"/>
            <a:chExt cx="373500" cy="373500"/>
          </a:xfrm>
        </p:grpSpPr>
        <p:sp>
          <p:nvSpPr>
            <p:cNvPr id="327" name="Google Shape;327;p5"/>
            <p:cNvSpPr/>
            <p:nvPr/>
          </p:nvSpPr>
          <p:spPr>
            <a:xfrm>
              <a:off x="5649188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557850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5"/>
          <p:cNvGrpSpPr/>
          <p:nvPr/>
        </p:nvGrpSpPr>
        <p:grpSpPr>
          <a:xfrm>
            <a:off x="7457825" y="2731350"/>
            <a:ext cx="373500" cy="373500"/>
            <a:chOff x="7457825" y="1912500"/>
            <a:chExt cx="373500" cy="373500"/>
          </a:xfrm>
        </p:grpSpPr>
        <p:sp>
          <p:nvSpPr>
            <p:cNvPr id="330" name="Google Shape;330;p5"/>
            <p:cNvSpPr/>
            <p:nvPr/>
          </p:nvSpPr>
          <p:spPr>
            <a:xfrm>
              <a:off x="7549163" y="2003850"/>
              <a:ext cx="190800" cy="190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745782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5"/>
          <p:cNvSpPr txBox="1"/>
          <p:nvPr>
            <p:ph idx="4294967295" type="ctrTitle"/>
          </p:nvPr>
        </p:nvSpPr>
        <p:spPr>
          <a:xfrm>
            <a:off x="907900" y="3282474"/>
            <a:ext cx="128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rPr>
              <a:t>Automated Light system</a:t>
            </a:r>
            <a:endParaRPr b="0" i="0" sz="1400" u="none" cap="none" strike="noStrike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333" name="Google Shape;333;p5"/>
          <p:cNvSpPr txBox="1"/>
          <p:nvPr>
            <p:ph idx="4294967295" type="ctrTitle"/>
          </p:nvPr>
        </p:nvSpPr>
        <p:spPr>
          <a:xfrm>
            <a:off x="2900844" y="2006244"/>
            <a:ext cx="1408416" cy="776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rPr>
              <a:t>Solar tracking system</a:t>
            </a:r>
            <a:endParaRPr b="0" i="0" sz="1400" u="none" cap="none" strike="noStrike">
              <a:solidFill>
                <a:schemeClr val="accen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334" name="Google Shape;334;p5"/>
          <p:cNvSpPr txBox="1"/>
          <p:nvPr>
            <p:ph idx="4294967295" type="ctrTitle"/>
          </p:nvPr>
        </p:nvSpPr>
        <p:spPr>
          <a:xfrm>
            <a:off x="4981400" y="3282474"/>
            <a:ext cx="128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</a:pPr>
            <a:r>
              <a:rPr b="0" i="0" lang="en-US" sz="1400" u="none" cap="none" strike="noStrike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Security and Alarm Systems</a:t>
            </a:r>
            <a:endParaRPr/>
          </a:p>
        </p:txBody>
      </p:sp>
      <p:sp>
        <p:nvSpPr>
          <p:cNvPr id="335" name="Google Shape;335;p5"/>
          <p:cNvSpPr txBox="1"/>
          <p:nvPr>
            <p:ph idx="4294967295" type="ctrTitle"/>
          </p:nvPr>
        </p:nvSpPr>
        <p:spPr>
          <a:xfrm>
            <a:off x="6874882" y="2119999"/>
            <a:ext cx="1539361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Share Tech"/>
                <a:ea typeface="Share Tech"/>
                <a:cs typeface="Share Tech"/>
                <a:sym typeface="Share Tech"/>
              </a:rPr>
              <a:t>Display Brightness Control</a:t>
            </a:r>
            <a:endParaRPr/>
          </a:p>
        </p:txBody>
      </p:sp>
      <p:pic>
        <p:nvPicPr>
          <p:cNvPr descr="A light bulb with a light bulb and a light bulb with a light bulb in the middle&#10;&#10;Description automatically generated with medium confidence" id="336" name="Google Shape;3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88" y="754720"/>
            <a:ext cx="1929199" cy="2036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lar panel - Free technology icons" id="337" name="Google Shape;3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194" y="3438422"/>
            <a:ext cx="921271" cy="921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black light&#10;&#10;Description automatically generated" id="338" name="Google Shape;33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100" y="1444241"/>
            <a:ext cx="698975" cy="743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ightness - Free technology icons" id="339" name="Google Shape;3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1299" y="3502262"/>
            <a:ext cx="1080077" cy="1080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small metal object&#10;&#10;Description automatically generated" id="340" name="Google Shape;340;p5"/>
          <p:cNvPicPr preferRelativeResize="0"/>
          <p:nvPr/>
        </p:nvPicPr>
        <p:blipFill rotWithShape="1">
          <a:blip r:embed="rId7">
            <a:alphaModFix/>
          </a:blip>
          <a:srcRect b="24326" l="0" r="0" t="0"/>
          <a:stretch/>
        </p:blipFill>
        <p:spPr>
          <a:xfrm flipH="1">
            <a:off x="7121299" y="26378"/>
            <a:ext cx="1634779" cy="123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"/>
          <p:cNvSpPr/>
          <p:nvPr/>
        </p:nvSpPr>
        <p:spPr>
          <a:xfrm>
            <a:off x="7340074" y="1329343"/>
            <a:ext cx="1299084" cy="376916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Photodiode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Application</a:t>
            </a:r>
            <a:endParaRPr/>
          </a:p>
        </p:txBody>
      </p:sp>
      <p:pic>
        <p:nvPicPr>
          <p:cNvPr descr="A screenshot of a computer program&#10;&#10;Description automatically generated" id="347" name="Google Shape;3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7833" y="1598371"/>
            <a:ext cx="2924485" cy="2093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48" name="Google Shape;3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7044" y="1303866"/>
            <a:ext cx="1837230" cy="286681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6"/>
          <p:cNvSpPr/>
          <p:nvPr/>
        </p:nvSpPr>
        <p:spPr>
          <a:xfrm>
            <a:off x="4676775" y="2717800"/>
            <a:ext cx="549275" cy="885825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Uunii</dc:creator>
</cp:coreProperties>
</file>