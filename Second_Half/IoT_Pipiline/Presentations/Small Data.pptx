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1"/>
  </p:notesMasterIdLst>
  <p:sldIdLst>
    <p:sldId id="256" r:id="rId2"/>
    <p:sldId id="268" r:id="rId3"/>
    <p:sldId id="269" r:id="rId4"/>
    <p:sldId id="266" r:id="rId5"/>
    <p:sldId id="280" r:id="rId6"/>
    <p:sldId id="281" r:id="rId7"/>
    <p:sldId id="282" r:id="rId8"/>
    <p:sldId id="283" r:id="rId9"/>
    <p:sldId id="279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  <p:embeddedFont>
      <p:font typeface="Albert Sans Black" panose="020B0604020202020204" charset="0"/>
      <p:bold r:id="rId16"/>
      <p:boldItalic r:id="rId17"/>
    </p:embeddedFont>
    <p:embeddedFont>
      <p:font typeface="Albert Sans ExtraBold" panose="020B0604020202020204" charset="0"/>
      <p:bold r:id="rId18"/>
      <p:boldItalic r:id="rId19"/>
    </p:embeddedFont>
    <p:embeddedFont>
      <p:font typeface="Anton" pitchFamily="2" charset="0"/>
      <p:regular r:id="rId20"/>
    </p:embeddedFont>
    <p:embeddedFont>
      <p:font typeface="Bebas Neue" panose="020B0606020202050201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6BE5E4-FF22-4843-A1E8-24649D2AAFA8}">
  <a:tblStyle styleId="{D66BE5E4-FF22-4843-A1E8-24649D2AAF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9B1080-C449-4A4F-8CB8-6F5C8398D32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8028" autoAdjust="0"/>
  </p:normalViewPr>
  <p:slideViewPr>
    <p:cSldViewPr snapToGrid="0">
      <p:cViewPr varScale="1">
        <p:scale>
          <a:sx n="40" d="100"/>
          <a:sy n="40" d="100"/>
        </p:scale>
        <p:origin x="536" y="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910c9cffe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910c9cffe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0FC5D48F-E165-70A2-CD0D-CAB0C64E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910c9cffe2_0_15:notes">
            <a:extLst>
              <a:ext uri="{FF2B5EF4-FFF2-40B4-BE49-F238E27FC236}">
                <a16:creationId xmlns:a16="http://schemas.microsoft.com/office/drawing/2014/main" id="{6CD3A498-4550-8604-FFA6-5A226CB22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910c9cffe2_0_15:notes">
            <a:extLst>
              <a:ext uri="{FF2B5EF4-FFF2-40B4-BE49-F238E27FC236}">
                <a16:creationId xmlns:a16="http://schemas.microsoft.com/office/drawing/2014/main" id="{10469E3E-3834-83AF-4723-C61A0EAB2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2722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FECFDCE8-A78D-F727-3AE6-B51F6927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910c9cffe2_0_15:notes">
            <a:extLst>
              <a:ext uri="{FF2B5EF4-FFF2-40B4-BE49-F238E27FC236}">
                <a16:creationId xmlns:a16="http://schemas.microsoft.com/office/drawing/2014/main" id="{02A43864-D7BD-1A64-CC12-3CD1C9AF9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910c9cffe2_0_15:notes">
            <a:extLst>
              <a:ext uri="{FF2B5EF4-FFF2-40B4-BE49-F238E27FC236}">
                <a16:creationId xmlns:a16="http://schemas.microsoft.com/office/drawing/2014/main" id="{12C3F1B5-EF44-EC79-C334-1466726B9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458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FF756077-CE4C-AC75-0A57-1935F963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910c9cffe2_0_15:notes">
            <a:extLst>
              <a:ext uri="{FF2B5EF4-FFF2-40B4-BE49-F238E27FC236}">
                <a16:creationId xmlns:a16="http://schemas.microsoft.com/office/drawing/2014/main" id="{7F648C6D-C677-BAE9-8436-536661DE0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910c9cffe2_0_15:notes">
            <a:extLst>
              <a:ext uri="{FF2B5EF4-FFF2-40B4-BE49-F238E27FC236}">
                <a16:creationId xmlns:a16="http://schemas.microsoft.com/office/drawing/2014/main" id="{DF405C6E-0896-7E0A-6886-4817E00A7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6173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676DF2AA-F81E-BB11-09C9-0B208F71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910c9cffe2_0_15:notes">
            <a:extLst>
              <a:ext uri="{FF2B5EF4-FFF2-40B4-BE49-F238E27FC236}">
                <a16:creationId xmlns:a16="http://schemas.microsoft.com/office/drawing/2014/main" id="{2F796CF5-2AD8-79BC-C894-14E8743E1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910c9cffe2_0_15:notes">
            <a:extLst>
              <a:ext uri="{FF2B5EF4-FFF2-40B4-BE49-F238E27FC236}">
                <a16:creationId xmlns:a16="http://schemas.microsoft.com/office/drawing/2014/main" id="{0478602B-25C4-AB7A-1713-BA86A6069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3239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>
          <a:extLst>
            <a:ext uri="{FF2B5EF4-FFF2-40B4-BE49-F238E27FC236}">
              <a16:creationId xmlns:a16="http://schemas.microsoft.com/office/drawing/2014/main" id="{0642A047-9420-729C-40F6-B4199D9E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84d99d1a72_0_2:notes">
            <a:extLst>
              <a:ext uri="{FF2B5EF4-FFF2-40B4-BE49-F238E27FC236}">
                <a16:creationId xmlns:a16="http://schemas.microsoft.com/office/drawing/2014/main" id="{29902FAE-5BC7-C386-A217-4CA13F558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184d99d1a72_0_2:notes">
            <a:extLst>
              <a:ext uri="{FF2B5EF4-FFF2-40B4-BE49-F238E27FC236}">
                <a16:creationId xmlns:a16="http://schemas.microsoft.com/office/drawing/2014/main" id="{310F9387-2D48-A28F-5127-120B69A2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471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86000" y="961350"/>
            <a:ext cx="4572000" cy="27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86000" y="3707600"/>
            <a:ext cx="4572000" cy="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465723" y="2374722"/>
            <a:ext cx="5195272" cy="3863270"/>
            <a:chOff x="5465723" y="2374722"/>
            <a:chExt cx="5195272" cy="3863270"/>
          </a:xfrm>
        </p:grpSpPr>
        <p:sp>
          <p:nvSpPr>
            <p:cNvPr id="12" name="Google Shape;12;p2"/>
            <p:cNvSpPr/>
            <p:nvPr/>
          </p:nvSpPr>
          <p:spPr>
            <a:xfrm rot="-816931">
              <a:off x="8792253" y="2447592"/>
              <a:ext cx="757387" cy="1158334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7014848">
              <a:off x="6039245" y="4297872"/>
              <a:ext cx="685660" cy="1707285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1133567">
              <a:off x="8521392" y="3602065"/>
              <a:ext cx="1967813" cy="1388496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2522084">
              <a:off x="8017066" y="4576501"/>
              <a:ext cx="1503985" cy="1328910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-748998" y="-599764"/>
            <a:ext cx="3504148" cy="5030008"/>
            <a:chOff x="-748998" y="-599764"/>
            <a:chExt cx="3504148" cy="5030008"/>
          </a:xfrm>
        </p:grpSpPr>
        <p:sp>
          <p:nvSpPr>
            <p:cNvPr id="17" name="Google Shape;17;p2"/>
            <p:cNvSpPr/>
            <p:nvPr/>
          </p:nvSpPr>
          <p:spPr>
            <a:xfrm rot="7199327">
              <a:off x="-407707" y="2313400"/>
              <a:ext cx="1677505" cy="1356723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48998" y="-350134"/>
              <a:ext cx="1814496" cy="1460824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125168">
              <a:off x="1527432" y="-578078"/>
              <a:ext cx="1209820" cy="1005358"/>
            </a:xfrm>
            <a:custGeom>
              <a:avLst/>
              <a:gdLst/>
              <a:ahLst/>
              <a:cxnLst/>
              <a:rect l="l" t="t" r="r" b="b"/>
              <a:pathLst>
                <a:path w="27698" h="23017" extrusionOk="0">
                  <a:moveTo>
                    <a:pt x="3664" y="0"/>
                  </a:moveTo>
                  <a:cubicBezTo>
                    <a:pt x="3392" y="0"/>
                    <a:pt x="3117" y="68"/>
                    <a:pt x="2861" y="215"/>
                  </a:cubicBezTo>
                  <a:cubicBezTo>
                    <a:pt x="2260" y="572"/>
                    <a:pt x="1717" y="930"/>
                    <a:pt x="1130" y="1287"/>
                  </a:cubicBezTo>
                  <a:cubicBezTo>
                    <a:pt x="716" y="1516"/>
                    <a:pt x="473" y="1874"/>
                    <a:pt x="358" y="2231"/>
                  </a:cubicBezTo>
                  <a:cubicBezTo>
                    <a:pt x="287" y="2417"/>
                    <a:pt x="287" y="2589"/>
                    <a:pt x="230" y="2774"/>
                  </a:cubicBezTo>
                  <a:cubicBezTo>
                    <a:pt x="1" y="6349"/>
                    <a:pt x="3089" y="8666"/>
                    <a:pt x="6364" y="8794"/>
                  </a:cubicBezTo>
                  <a:cubicBezTo>
                    <a:pt x="6513" y="8802"/>
                    <a:pt x="6661" y="8806"/>
                    <a:pt x="6809" y="8806"/>
                  </a:cubicBezTo>
                  <a:cubicBezTo>
                    <a:pt x="9880" y="8806"/>
                    <a:pt x="12706" y="7231"/>
                    <a:pt x="15786" y="7231"/>
                  </a:cubicBezTo>
                  <a:cubicBezTo>
                    <a:pt x="15886" y="7231"/>
                    <a:pt x="15986" y="7232"/>
                    <a:pt x="16087" y="7236"/>
                  </a:cubicBezTo>
                  <a:cubicBezTo>
                    <a:pt x="16616" y="7293"/>
                    <a:pt x="17217" y="7364"/>
                    <a:pt x="17803" y="7536"/>
                  </a:cubicBezTo>
                  <a:cubicBezTo>
                    <a:pt x="19362" y="8137"/>
                    <a:pt x="20734" y="9152"/>
                    <a:pt x="21621" y="10453"/>
                  </a:cubicBezTo>
                  <a:cubicBezTo>
                    <a:pt x="21807" y="10753"/>
                    <a:pt x="21921" y="11053"/>
                    <a:pt x="21978" y="11411"/>
                  </a:cubicBezTo>
                  <a:cubicBezTo>
                    <a:pt x="22808" y="14514"/>
                    <a:pt x="21449" y="17788"/>
                    <a:pt x="20134" y="20591"/>
                  </a:cubicBezTo>
                  <a:cubicBezTo>
                    <a:pt x="19561" y="21863"/>
                    <a:pt x="20458" y="23016"/>
                    <a:pt x="21542" y="23016"/>
                  </a:cubicBezTo>
                  <a:cubicBezTo>
                    <a:pt x="21921" y="23016"/>
                    <a:pt x="22323" y="22876"/>
                    <a:pt x="22693" y="22550"/>
                  </a:cubicBezTo>
                  <a:cubicBezTo>
                    <a:pt x="26683" y="19218"/>
                    <a:pt x="27698" y="13499"/>
                    <a:pt x="25439" y="9080"/>
                  </a:cubicBezTo>
                  <a:cubicBezTo>
                    <a:pt x="24595" y="7178"/>
                    <a:pt x="23165" y="5577"/>
                    <a:pt x="21206" y="4505"/>
                  </a:cubicBezTo>
                  <a:cubicBezTo>
                    <a:pt x="19432" y="3563"/>
                    <a:pt x="17521" y="3170"/>
                    <a:pt x="15588" y="3170"/>
                  </a:cubicBezTo>
                  <a:cubicBezTo>
                    <a:pt x="14203" y="3170"/>
                    <a:pt x="12807" y="3372"/>
                    <a:pt x="11440" y="3718"/>
                  </a:cubicBezTo>
                  <a:cubicBezTo>
                    <a:pt x="11056" y="3738"/>
                    <a:pt x="10665" y="3752"/>
                    <a:pt x="10276" y="3752"/>
                  </a:cubicBezTo>
                  <a:cubicBezTo>
                    <a:pt x="8126" y="3752"/>
                    <a:pt x="6017" y="3334"/>
                    <a:pt x="5363" y="1216"/>
                  </a:cubicBezTo>
                  <a:cubicBezTo>
                    <a:pt x="5102" y="486"/>
                    <a:pt x="4394" y="0"/>
                    <a:pt x="3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2565492">
              <a:off x="-167996" y="616448"/>
              <a:ext cx="912276" cy="1670604"/>
            </a:xfrm>
            <a:custGeom>
              <a:avLst/>
              <a:gdLst/>
              <a:ahLst/>
              <a:cxnLst/>
              <a:rect l="l" t="t" r="r" b="b"/>
              <a:pathLst>
                <a:path w="29256" h="53575" extrusionOk="0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2002332">
              <a:off x="-244765" y="3579115"/>
              <a:ext cx="606068" cy="745934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2"/>
          <p:cNvSpPr/>
          <p:nvPr/>
        </p:nvSpPr>
        <p:spPr>
          <a:xfrm rot="1454775">
            <a:off x="8710090" y="994947"/>
            <a:ext cx="1920566" cy="1044168"/>
          </a:xfrm>
          <a:custGeom>
            <a:avLst/>
            <a:gdLst/>
            <a:ahLst/>
            <a:cxnLst/>
            <a:rect l="l" t="t" r="r" b="b"/>
            <a:pathLst>
              <a:path w="86338" h="46940" extrusionOk="0">
                <a:moveTo>
                  <a:pt x="21438" y="8862"/>
                </a:moveTo>
                <a:cubicBezTo>
                  <a:pt x="28773" y="8862"/>
                  <a:pt x="34921" y="16171"/>
                  <a:pt x="40509" y="20013"/>
                </a:cubicBezTo>
                <a:cubicBezTo>
                  <a:pt x="46002" y="23760"/>
                  <a:pt x="51630" y="25400"/>
                  <a:pt x="58007" y="25400"/>
                </a:cubicBezTo>
                <a:cubicBezTo>
                  <a:pt x="58834" y="25400"/>
                  <a:pt x="59674" y="25372"/>
                  <a:pt x="60528" y="25318"/>
                </a:cubicBezTo>
                <a:cubicBezTo>
                  <a:pt x="62537" y="25211"/>
                  <a:pt x="64815" y="24996"/>
                  <a:pt x="67096" y="24996"/>
                </a:cubicBezTo>
                <a:cubicBezTo>
                  <a:pt x="71180" y="24996"/>
                  <a:pt x="75276" y="25682"/>
                  <a:pt x="77872" y="28893"/>
                </a:cubicBezTo>
                <a:cubicBezTo>
                  <a:pt x="79717" y="31095"/>
                  <a:pt x="79474" y="33898"/>
                  <a:pt x="77815" y="36214"/>
                </a:cubicBezTo>
                <a:cubicBezTo>
                  <a:pt x="75613" y="39131"/>
                  <a:pt x="71967" y="40203"/>
                  <a:pt x="68463" y="40203"/>
                </a:cubicBezTo>
                <a:cubicBezTo>
                  <a:pt x="60242" y="40146"/>
                  <a:pt x="52792" y="35556"/>
                  <a:pt x="44684" y="34541"/>
                </a:cubicBezTo>
                <a:cubicBezTo>
                  <a:pt x="43279" y="34374"/>
                  <a:pt x="41862" y="34313"/>
                  <a:pt x="40439" y="34313"/>
                </a:cubicBezTo>
                <a:cubicBezTo>
                  <a:pt x="40321" y="34313"/>
                  <a:pt x="40203" y="34313"/>
                  <a:pt x="40086" y="34314"/>
                </a:cubicBezTo>
                <a:lnTo>
                  <a:pt x="40086" y="34314"/>
                </a:lnTo>
                <a:cubicBezTo>
                  <a:pt x="39892" y="34294"/>
                  <a:pt x="39699" y="34274"/>
                  <a:pt x="39508" y="34255"/>
                </a:cubicBezTo>
                <a:cubicBezTo>
                  <a:pt x="33488" y="33597"/>
                  <a:pt x="27111" y="33469"/>
                  <a:pt x="21277" y="31681"/>
                </a:cubicBezTo>
                <a:cubicBezTo>
                  <a:pt x="15843" y="30023"/>
                  <a:pt x="11625" y="25790"/>
                  <a:pt x="11196" y="19885"/>
                </a:cubicBezTo>
                <a:cubicBezTo>
                  <a:pt x="10910" y="14408"/>
                  <a:pt x="15371" y="9103"/>
                  <a:pt x="20919" y="8874"/>
                </a:cubicBezTo>
                <a:cubicBezTo>
                  <a:pt x="21093" y="8866"/>
                  <a:pt x="21266" y="8862"/>
                  <a:pt x="21438" y="8862"/>
                </a:cubicBezTo>
                <a:close/>
                <a:moveTo>
                  <a:pt x="20535" y="0"/>
                </a:moveTo>
                <a:cubicBezTo>
                  <a:pt x="13755" y="0"/>
                  <a:pt x="7403" y="3704"/>
                  <a:pt x="3990" y="9761"/>
                </a:cubicBezTo>
                <a:cubicBezTo>
                  <a:pt x="0" y="16853"/>
                  <a:pt x="887" y="25490"/>
                  <a:pt x="5548" y="31981"/>
                </a:cubicBezTo>
                <a:cubicBezTo>
                  <a:pt x="10421" y="38865"/>
                  <a:pt x="18716" y="41868"/>
                  <a:pt x="26854" y="41868"/>
                </a:cubicBezTo>
                <a:cubicBezTo>
                  <a:pt x="27456" y="41868"/>
                  <a:pt x="28057" y="41852"/>
                  <a:pt x="28655" y="41819"/>
                </a:cubicBezTo>
                <a:cubicBezTo>
                  <a:pt x="31778" y="41649"/>
                  <a:pt x="34839" y="41250"/>
                  <a:pt x="37920" y="40922"/>
                </a:cubicBezTo>
                <a:lnTo>
                  <a:pt x="37920" y="40922"/>
                </a:lnTo>
                <a:cubicBezTo>
                  <a:pt x="40207" y="40952"/>
                  <a:pt x="42501" y="41059"/>
                  <a:pt x="44799" y="41404"/>
                </a:cubicBezTo>
                <a:cubicBezTo>
                  <a:pt x="52936" y="42545"/>
                  <a:pt x="60378" y="46939"/>
                  <a:pt x="68718" y="46939"/>
                </a:cubicBezTo>
                <a:cubicBezTo>
                  <a:pt x="69479" y="46939"/>
                  <a:pt x="70246" y="46903"/>
                  <a:pt x="71023" y="46824"/>
                </a:cubicBezTo>
                <a:cubicBezTo>
                  <a:pt x="78401" y="46109"/>
                  <a:pt x="85737" y="40690"/>
                  <a:pt x="86037" y="32754"/>
                </a:cubicBezTo>
                <a:cubicBezTo>
                  <a:pt x="86337" y="25375"/>
                  <a:pt x="79960" y="20542"/>
                  <a:pt x="73468" y="18641"/>
                </a:cubicBezTo>
                <a:cubicBezTo>
                  <a:pt x="65361" y="16195"/>
                  <a:pt x="56181" y="19055"/>
                  <a:pt x="48502" y="15009"/>
                </a:cubicBezTo>
                <a:cubicBezTo>
                  <a:pt x="39980" y="10590"/>
                  <a:pt x="34260" y="2497"/>
                  <a:pt x="24423" y="409"/>
                </a:cubicBezTo>
                <a:cubicBezTo>
                  <a:pt x="23123" y="134"/>
                  <a:pt x="21821" y="0"/>
                  <a:pt x="205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-2522084">
            <a:off x="8509459" y="4961546"/>
            <a:ext cx="665554" cy="854229"/>
          </a:xfrm>
          <a:custGeom>
            <a:avLst/>
            <a:gdLst/>
            <a:ahLst/>
            <a:cxnLst/>
            <a:rect l="l" t="t" r="r" b="b"/>
            <a:pathLst>
              <a:path w="19673" h="25250" extrusionOk="0">
                <a:moveTo>
                  <a:pt x="10265" y="0"/>
                </a:moveTo>
                <a:cubicBezTo>
                  <a:pt x="9882" y="0"/>
                  <a:pt x="9482" y="25"/>
                  <a:pt x="9066" y="76"/>
                </a:cubicBezTo>
                <a:cubicBezTo>
                  <a:pt x="4590" y="619"/>
                  <a:pt x="1559" y="4423"/>
                  <a:pt x="844" y="8712"/>
                </a:cubicBezTo>
                <a:cubicBezTo>
                  <a:pt x="0" y="13302"/>
                  <a:pt x="301" y="19208"/>
                  <a:pt x="1973" y="23612"/>
                </a:cubicBezTo>
                <a:cubicBezTo>
                  <a:pt x="2373" y="24662"/>
                  <a:pt x="3376" y="25249"/>
                  <a:pt x="4343" y="25249"/>
                </a:cubicBezTo>
                <a:cubicBezTo>
                  <a:pt x="5246" y="25249"/>
                  <a:pt x="6117" y="24737"/>
                  <a:pt x="6435" y="23612"/>
                </a:cubicBezTo>
                <a:cubicBezTo>
                  <a:pt x="7393" y="20280"/>
                  <a:pt x="7207" y="16877"/>
                  <a:pt x="7150" y="13488"/>
                </a:cubicBezTo>
                <a:cubicBezTo>
                  <a:pt x="7150" y="11644"/>
                  <a:pt x="7093" y="7411"/>
                  <a:pt x="9538" y="6811"/>
                </a:cubicBezTo>
                <a:cubicBezTo>
                  <a:pt x="9630" y="6789"/>
                  <a:pt x="9719" y="6779"/>
                  <a:pt x="9805" y="6779"/>
                </a:cubicBezTo>
                <a:cubicBezTo>
                  <a:pt x="12821" y="6779"/>
                  <a:pt x="11979" y="19616"/>
                  <a:pt x="11854" y="21410"/>
                </a:cubicBezTo>
                <a:cubicBezTo>
                  <a:pt x="11682" y="23197"/>
                  <a:pt x="13527" y="24742"/>
                  <a:pt x="15200" y="24742"/>
                </a:cubicBezTo>
                <a:cubicBezTo>
                  <a:pt x="17159" y="24742"/>
                  <a:pt x="18474" y="23197"/>
                  <a:pt x="18589" y="21410"/>
                </a:cubicBezTo>
                <a:cubicBezTo>
                  <a:pt x="19111" y="14884"/>
                  <a:pt x="19673" y="0"/>
                  <a:pt x="102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713225" y="3404151"/>
            <a:ext cx="46557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1"/>
          </p:nvPr>
        </p:nvSpPr>
        <p:spPr>
          <a:xfrm>
            <a:off x="713225" y="3975200"/>
            <a:ext cx="46557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4"/>
          <p:cNvSpPr txBox="1">
            <a:spLocks noGrp="1"/>
          </p:cNvSpPr>
          <p:nvPr>
            <p:ph type="subTitle" idx="1"/>
          </p:nvPr>
        </p:nvSpPr>
        <p:spPr>
          <a:xfrm>
            <a:off x="1206425" y="1819678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4"/>
          <p:cNvSpPr txBox="1">
            <a:spLocks noGrp="1"/>
          </p:cNvSpPr>
          <p:nvPr>
            <p:ph type="subTitle" idx="2"/>
          </p:nvPr>
        </p:nvSpPr>
        <p:spPr>
          <a:xfrm>
            <a:off x="4964673" y="1819677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subTitle" idx="3"/>
          </p:nvPr>
        </p:nvSpPr>
        <p:spPr>
          <a:xfrm>
            <a:off x="1206425" y="3287000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subTitle" idx="4"/>
          </p:nvPr>
        </p:nvSpPr>
        <p:spPr>
          <a:xfrm>
            <a:off x="4964672" y="3287000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5"/>
          </p:nvPr>
        </p:nvSpPr>
        <p:spPr>
          <a:xfrm>
            <a:off x="1206425" y="1521827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subTitle" idx="6"/>
          </p:nvPr>
        </p:nvSpPr>
        <p:spPr>
          <a:xfrm>
            <a:off x="1206425" y="2972843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subTitle" idx="7"/>
          </p:nvPr>
        </p:nvSpPr>
        <p:spPr>
          <a:xfrm>
            <a:off x="4964646" y="1521825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subTitle" idx="8"/>
          </p:nvPr>
        </p:nvSpPr>
        <p:spPr>
          <a:xfrm>
            <a:off x="4964647" y="2972843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90" name="Google Shape;290;p24"/>
          <p:cNvGrpSpPr/>
          <p:nvPr/>
        </p:nvGrpSpPr>
        <p:grpSpPr>
          <a:xfrm>
            <a:off x="6733946" y="2306680"/>
            <a:ext cx="3856996" cy="3570474"/>
            <a:chOff x="6733946" y="2306680"/>
            <a:chExt cx="3856996" cy="3570474"/>
          </a:xfrm>
        </p:grpSpPr>
        <p:sp>
          <p:nvSpPr>
            <p:cNvPr id="291" name="Google Shape;291;p24"/>
            <p:cNvSpPr/>
            <p:nvPr/>
          </p:nvSpPr>
          <p:spPr>
            <a:xfrm rot="-4082663">
              <a:off x="7259685" y="4032249"/>
              <a:ext cx="1814449" cy="1460786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 rot="2085802">
              <a:off x="8287338" y="2834347"/>
              <a:ext cx="1599314" cy="112968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 rot="-436672">
              <a:off x="8745785" y="3875771"/>
              <a:ext cx="1772968" cy="1252333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4"/>
            <p:cNvSpPr/>
            <p:nvPr/>
          </p:nvSpPr>
          <p:spPr>
            <a:xfrm rot="9600322">
              <a:off x="8630373" y="2495861"/>
              <a:ext cx="1290589" cy="1044099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 rot="6210513">
              <a:off x="8421846" y="3861961"/>
              <a:ext cx="892031" cy="499937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 rot="-8100153">
              <a:off x="6794865" y="4649203"/>
              <a:ext cx="855533" cy="526642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24"/>
          <p:cNvGrpSpPr/>
          <p:nvPr/>
        </p:nvGrpSpPr>
        <p:grpSpPr>
          <a:xfrm>
            <a:off x="-760887" y="-180367"/>
            <a:ext cx="1891107" cy="2780767"/>
            <a:chOff x="-760887" y="-180367"/>
            <a:chExt cx="1891107" cy="2780767"/>
          </a:xfrm>
        </p:grpSpPr>
        <p:sp>
          <p:nvSpPr>
            <p:cNvPr id="298" name="Google Shape;298;p24"/>
            <p:cNvSpPr/>
            <p:nvPr/>
          </p:nvSpPr>
          <p:spPr>
            <a:xfrm rot="-5400000">
              <a:off x="515794" y="-120926"/>
              <a:ext cx="606433" cy="622420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 rot="-10442058">
              <a:off x="9316" y="-141600"/>
              <a:ext cx="810594" cy="1239708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 rot="2565321">
              <a:off x="-304569" y="1060673"/>
              <a:ext cx="798877" cy="1462942"/>
            </a:xfrm>
            <a:custGeom>
              <a:avLst/>
              <a:gdLst/>
              <a:ahLst/>
              <a:cxnLst/>
              <a:rect l="l" t="t" r="r" b="b"/>
              <a:pathLst>
                <a:path w="29256" h="53575" extrusionOk="0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 rot="3228475">
              <a:off x="-740947" y="967735"/>
              <a:ext cx="931122" cy="521862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 rot="3839827" flipH="1">
              <a:off x="-491668" y="195616"/>
              <a:ext cx="746805" cy="919117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5"/>
          <p:cNvGrpSpPr/>
          <p:nvPr/>
        </p:nvGrpSpPr>
        <p:grpSpPr>
          <a:xfrm>
            <a:off x="7302349" y="-515410"/>
            <a:ext cx="2828152" cy="3087989"/>
            <a:chOff x="7213724" y="-467685"/>
            <a:chExt cx="2828152" cy="3087989"/>
          </a:xfrm>
        </p:grpSpPr>
        <p:sp>
          <p:nvSpPr>
            <p:cNvPr id="305" name="Google Shape;305;p25"/>
            <p:cNvSpPr/>
            <p:nvPr/>
          </p:nvSpPr>
          <p:spPr>
            <a:xfrm rot="-9916192">
              <a:off x="8219442" y="1072600"/>
              <a:ext cx="1677515" cy="1356731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 rot="5222901">
              <a:off x="7298765" y="-325972"/>
              <a:ext cx="606055" cy="745918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 rot="214893">
              <a:off x="8367572" y="458819"/>
              <a:ext cx="931108" cy="521854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 rot="824100">
              <a:off x="7708973" y="-294010"/>
              <a:ext cx="1599151" cy="1129579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25"/>
          <p:cNvGrpSpPr/>
          <p:nvPr/>
        </p:nvGrpSpPr>
        <p:grpSpPr>
          <a:xfrm>
            <a:off x="-1392307" y="2446225"/>
            <a:ext cx="3785822" cy="3657921"/>
            <a:chOff x="-1242282" y="2398500"/>
            <a:chExt cx="3785822" cy="3657921"/>
          </a:xfrm>
        </p:grpSpPr>
        <p:sp>
          <p:nvSpPr>
            <p:cNvPr id="310" name="Google Shape;310;p25"/>
            <p:cNvSpPr/>
            <p:nvPr/>
          </p:nvSpPr>
          <p:spPr>
            <a:xfrm rot="-9867407">
              <a:off x="-456836" y="4579171"/>
              <a:ext cx="646703" cy="663776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 rot="3698900">
              <a:off x="77221" y="4226163"/>
              <a:ext cx="1599087" cy="1129567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 rot="6807064">
              <a:off x="-1118402" y="2791058"/>
              <a:ext cx="1814410" cy="1460755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 rot="-816931">
              <a:off x="275340" y="4825217"/>
              <a:ext cx="757387" cy="1158334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" name="Google Shape;314;p25"/>
            <p:cNvGrpSpPr/>
            <p:nvPr/>
          </p:nvGrpSpPr>
          <p:grpSpPr>
            <a:xfrm rot="-129703">
              <a:off x="1441184" y="4574261"/>
              <a:ext cx="1086092" cy="882814"/>
              <a:chOff x="2794650" y="3098825"/>
              <a:chExt cx="1072450" cy="871725"/>
            </a:xfrm>
          </p:grpSpPr>
          <p:sp>
            <p:nvSpPr>
              <p:cNvPr id="315" name="Google Shape;315;p25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avLst/>
                <a:gdLst/>
                <a:ahLst/>
                <a:cxnLst/>
                <a:rect l="l" t="t" r="r" b="b"/>
                <a:pathLst>
                  <a:path w="38703" h="34869" extrusionOk="0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5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avLst/>
                <a:gdLst/>
                <a:ahLst/>
                <a:cxnLst/>
                <a:rect l="l" t="t" r="r" b="b"/>
                <a:pathLst>
                  <a:path w="24725" h="13698" extrusionOk="0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7" name="Google Shape;317;p25"/>
          <p:cNvSpPr txBox="1">
            <a:spLocks noGrp="1"/>
          </p:cNvSpPr>
          <p:nvPr>
            <p:ph type="title"/>
          </p:nvPr>
        </p:nvSpPr>
        <p:spPr>
          <a:xfrm>
            <a:off x="948600" y="36575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5"/>
          <p:cNvSpPr txBox="1">
            <a:spLocks noGrp="1"/>
          </p:cNvSpPr>
          <p:nvPr>
            <p:ph type="subTitle" idx="1"/>
          </p:nvPr>
        </p:nvSpPr>
        <p:spPr>
          <a:xfrm>
            <a:off x="789422" y="1816037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5"/>
          <p:cNvSpPr txBox="1">
            <a:spLocks noGrp="1"/>
          </p:cNvSpPr>
          <p:nvPr>
            <p:ph type="subTitle" idx="2"/>
          </p:nvPr>
        </p:nvSpPr>
        <p:spPr>
          <a:xfrm>
            <a:off x="3282145" y="1816046"/>
            <a:ext cx="25797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5"/>
          <p:cNvSpPr txBox="1">
            <a:spLocks noGrp="1"/>
          </p:cNvSpPr>
          <p:nvPr>
            <p:ph type="subTitle" idx="3"/>
          </p:nvPr>
        </p:nvSpPr>
        <p:spPr>
          <a:xfrm>
            <a:off x="789422" y="3570900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5"/>
          <p:cNvSpPr txBox="1">
            <a:spLocks noGrp="1"/>
          </p:cNvSpPr>
          <p:nvPr>
            <p:ph type="subTitle" idx="4"/>
          </p:nvPr>
        </p:nvSpPr>
        <p:spPr>
          <a:xfrm>
            <a:off x="3282146" y="3570901"/>
            <a:ext cx="25797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5"/>
          <p:cNvSpPr txBox="1">
            <a:spLocks noGrp="1"/>
          </p:cNvSpPr>
          <p:nvPr>
            <p:ph type="subTitle" idx="5"/>
          </p:nvPr>
        </p:nvSpPr>
        <p:spPr>
          <a:xfrm>
            <a:off x="5885273" y="1816043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subTitle" idx="6"/>
          </p:nvPr>
        </p:nvSpPr>
        <p:spPr>
          <a:xfrm>
            <a:off x="5885274" y="3570900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subTitle" idx="7"/>
          </p:nvPr>
        </p:nvSpPr>
        <p:spPr>
          <a:xfrm>
            <a:off x="789422" y="1480275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5" name="Google Shape;325;p25"/>
          <p:cNvSpPr txBox="1">
            <a:spLocks noGrp="1"/>
          </p:cNvSpPr>
          <p:nvPr>
            <p:ph type="subTitle" idx="8"/>
          </p:nvPr>
        </p:nvSpPr>
        <p:spPr>
          <a:xfrm>
            <a:off x="3282147" y="1480275"/>
            <a:ext cx="2577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ubTitle" idx="9"/>
          </p:nvPr>
        </p:nvSpPr>
        <p:spPr>
          <a:xfrm>
            <a:off x="5885278" y="1480275"/>
            <a:ext cx="24669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7" name="Google Shape;327;p25"/>
          <p:cNvSpPr txBox="1">
            <a:spLocks noGrp="1"/>
          </p:cNvSpPr>
          <p:nvPr>
            <p:ph type="subTitle" idx="13"/>
          </p:nvPr>
        </p:nvSpPr>
        <p:spPr>
          <a:xfrm>
            <a:off x="789422" y="3225461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8" name="Google Shape;328;p25"/>
          <p:cNvSpPr txBox="1">
            <a:spLocks noGrp="1"/>
          </p:cNvSpPr>
          <p:nvPr>
            <p:ph type="subTitle" idx="14"/>
          </p:nvPr>
        </p:nvSpPr>
        <p:spPr>
          <a:xfrm>
            <a:off x="3282147" y="3225457"/>
            <a:ext cx="2577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9" name="Google Shape;329;p25"/>
          <p:cNvSpPr txBox="1">
            <a:spLocks noGrp="1"/>
          </p:cNvSpPr>
          <p:nvPr>
            <p:ph type="subTitle" idx="15"/>
          </p:nvPr>
        </p:nvSpPr>
        <p:spPr>
          <a:xfrm>
            <a:off x="5885278" y="3225453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/>
          <p:cNvSpPr/>
          <p:nvPr/>
        </p:nvSpPr>
        <p:spPr>
          <a:xfrm rot="2700000">
            <a:off x="8235803" y="644541"/>
            <a:ext cx="606085" cy="745955"/>
          </a:xfrm>
          <a:custGeom>
            <a:avLst/>
            <a:gdLst/>
            <a:ahLst/>
            <a:cxnLst/>
            <a:rect l="l" t="t" r="r" b="b"/>
            <a:pathLst>
              <a:path w="12003" h="14773" extrusionOk="0">
                <a:moveTo>
                  <a:pt x="2808" y="1"/>
                </a:moveTo>
                <a:cubicBezTo>
                  <a:pt x="2045" y="1"/>
                  <a:pt x="1284" y="485"/>
                  <a:pt x="1016" y="1297"/>
                </a:cubicBezTo>
                <a:cubicBezTo>
                  <a:pt x="1" y="4271"/>
                  <a:pt x="358" y="7617"/>
                  <a:pt x="2146" y="10234"/>
                </a:cubicBezTo>
                <a:cubicBezTo>
                  <a:pt x="3089" y="11907"/>
                  <a:pt x="4519" y="13265"/>
                  <a:pt x="6435" y="14051"/>
                </a:cubicBezTo>
                <a:cubicBezTo>
                  <a:pt x="7451" y="14466"/>
                  <a:pt x="8523" y="14695"/>
                  <a:pt x="9524" y="14766"/>
                </a:cubicBezTo>
                <a:cubicBezTo>
                  <a:pt x="9575" y="14770"/>
                  <a:pt x="9625" y="14772"/>
                  <a:pt x="9674" y="14772"/>
                </a:cubicBezTo>
                <a:cubicBezTo>
                  <a:pt x="11091" y="14772"/>
                  <a:pt x="12002" y="13221"/>
                  <a:pt x="11311" y="11964"/>
                </a:cubicBezTo>
                <a:lnTo>
                  <a:pt x="11254" y="11964"/>
                </a:lnTo>
                <a:cubicBezTo>
                  <a:pt x="10954" y="11420"/>
                  <a:pt x="10425" y="11063"/>
                  <a:pt x="9824" y="11006"/>
                </a:cubicBezTo>
                <a:cubicBezTo>
                  <a:pt x="9653" y="11006"/>
                  <a:pt x="9524" y="11006"/>
                  <a:pt x="9410" y="10949"/>
                </a:cubicBezTo>
                <a:lnTo>
                  <a:pt x="9167" y="10949"/>
                </a:lnTo>
                <a:cubicBezTo>
                  <a:pt x="7737" y="10534"/>
                  <a:pt x="6493" y="9819"/>
                  <a:pt x="5592" y="8747"/>
                </a:cubicBezTo>
                <a:cubicBezTo>
                  <a:pt x="5477" y="8689"/>
                  <a:pt x="5420" y="8561"/>
                  <a:pt x="5363" y="8446"/>
                </a:cubicBezTo>
                <a:cubicBezTo>
                  <a:pt x="5234" y="8260"/>
                  <a:pt x="5120" y="8032"/>
                  <a:pt x="5063" y="7789"/>
                </a:cubicBezTo>
                <a:cubicBezTo>
                  <a:pt x="4405" y="6058"/>
                  <a:pt x="4462" y="4271"/>
                  <a:pt x="4877" y="2484"/>
                </a:cubicBezTo>
                <a:cubicBezTo>
                  <a:pt x="5006" y="1769"/>
                  <a:pt x="4762" y="1111"/>
                  <a:pt x="4233" y="639"/>
                </a:cubicBezTo>
                <a:cubicBezTo>
                  <a:pt x="4162" y="582"/>
                  <a:pt x="4105" y="525"/>
                  <a:pt x="3990" y="467"/>
                </a:cubicBezTo>
                <a:cubicBezTo>
                  <a:pt x="3650" y="148"/>
                  <a:pt x="3229" y="1"/>
                  <a:pt x="28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7"/>
          <p:cNvSpPr/>
          <p:nvPr/>
        </p:nvSpPr>
        <p:spPr>
          <a:xfrm rot="-3409603">
            <a:off x="8638676" y="1155305"/>
            <a:ext cx="646694" cy="663766"/>
          </a:xfrm>
          <a:custGeom>
            <a:avLst/>
            <a:gdLst/>
            <a:ahLst/>
            <a:cxnLst/>
            <a:rect l="l" t="t" r="r" b="b"/>
            <a:pathLst>
              <a:path w="8523" h="8748" extrusionOk="0">
                <a:moveTo>
                  <a:pt x="6861" y="0"/>
                </a:moveTo>
                <a:cubicBezTo>
                  <a:pt x="6190" y="0"/>
                  <a:pt x="5461" y="510"/>
                  <a:pt x="5363" y="1298"/>
                </a:cubicBezTo>
                <a:cubicBezTo>
                  <a:pt x="5306" y="2256"/>
                  <a:pt x="5420" y="3328"/>
                  <a:pt x="5477" y="4343"/>
                </a:cubicBezTo>
                <a:cubicBezTo>
                  <a:pt x="5477" y="4815"/>
                  <a:pt x="5534" y="5344"/>
                  <a:pt x="5534" y="5830"/>
                </a:cubicBezTo>
                <a:lnTo>
                  <a:pt x="3876" y="5830"/>
                </a:lnTo>
                <a:cubicBezTo>
                  <a:pt x="3262" y="5830"/>
                  <a:pt x="2627" y="5762"/>
                  <a:pt x="1997" y="5762"/>
                </a:cubicBezTo>
                <a:cubicBezTo>
                  <a:pt x="1584" y="5762"/>
                  <a:pt x="1174" y="5791"/>
                  <a:pt x="773" y="5888"/>
                </a:cubicBezTo>
                <a:cubicBezTo>
                  <a:pt x="472" y="6002"/>
                  <a:pt x="115" y="6302"/>
                  <a:pt x="58" y="6602"/>
                </a:cubicBezTo>
                <a:lnTo>
                  <a:pt x="58" y="6846"/>
                </a:lnTo>
                <a:lnTo>
                  <a:pt x="58" y="6903"/>
                </a:lnTo>
                <a:cubicBezTo>
                  <a:pt x="1" y="7203"/>
                  <a:pt x="301" y="7560"/>
                  <a:pt x="530" y="7732"/>
                </a:cubicBezTo>
                <a:cubicBezTo>
                  <a:pt x="1488" y="8275"/>
                  <a:pt x="2617" y="8390"/>
                  <a:pt x="3690" y="8561"/>
                </a:cubicBezTo>
                <a:cubicBezTo>
                  <a:pt x="4819" y="8747"/>
                  <a:pt x="5963" y="8747"/>
                  <a:pt x="7093" y="8747"/>
                </a:cubicBezTo>
                <a:cubicBezTo>
                  <a:pt x="7808" y="8747"/>
                  <a:pt x="8523" y="8090"/>
                  <a:pt x="8466" y="7317"/>
                </a:cubicBezTo>
                <a:cubicBezTo>
                  <a:pt x="8394" y="6245"/>
                  <a:pt x="8337" y="5173"/>
                  <a:pt x="8280" y="4157"/>
                </a:cubicBezTo>
                <a:cubicBezTo>
                  <a:pt x="8165" y="3085"/>
                  <a:pt x="8165" y="1955"/>
                  <a:pt x="7979" y="940"/>
                </a:cubicBezTo>
                <a:cubicBezTo>
                  <a:pt x="7827" y="282"/>
                  <a:pt x="7360" y="0"/>
                  <a:pt x="68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7"/>
          <p:cNvSpPr/>
          <p:nvPr/>
        </p:nvSpPr>
        <p:spPr>
          <a:xfrm rot="637204">
            <a:off x="7572845" y="-349921"/>
            <a:ext cx="1715880" cy="1210730"/>
          </a:xfrm>
          <a:custGeom>
            <a:avLst/>
            <a:gdLst/>
            <a:ahLst/>
            <a:cxnLst/>
            <a:rect l="l" t="t" r="r" b="b"/>
            <a:pathLst>
              <a:path w="78615" h="55471" extrusionOk="0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7691814" y="147708"/>
            <a:ext cx="279300" cy="279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27"/>
          <p:cNvGrpSpPr/>
          <p:nvPr/>
        </p:nvGrpSpPr>
        <p:grpSpPr>
          <a:xfrm rot="10800000">
            <a:off x="-474824" y="3027389"/>
            <a:ext cx="2962503" cy="3024835"/>
            <a:chOff x="6919907" y="-1345150"/>
            <a:chExt cx="2962503" cy="3024835"/>
          </a:xfrm>
        </p:grpSpPr>
        <p:sp>
          <p:nvSpPr>
            <p:cNvPr id="359" name="Google Shape;359;p27"/>
            <p:cNvSpPr/>
            <p:nvPr/>
          </p:nvSpPr>
          <p:spPr>
            <a:xfrm rot="-10381501">
              <a:off x="8822556" y="1103045"/>
              <a:ext cx="855547" cy="526643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 rot="2700000">
              <a:off x="8128804" y="-497200"/>
              <a:ext cx="1504014" cy="1328936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 rot="-8100000">
              <a:off x="8438855" y="-149034"/>
              <a:ext cx="665568" cy="854246"/>
            </a:xfrm>
            <a:custGeom>
              <a:avLst/>
              <a:gdLst/>
              <a:ahLst/>
              <a:cxnLst/>
              <a:rect l="l" t="t" r="r" b="b"/>
              <a:pathLst>
                <a:path w="19673" h="25250" extrusionOk="0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 rot="4278703" flipH="1">
              <a:off x="7351527" y="-1355685"/>
              <a:ext cx="1301218" cy="1844786"/>
            </a:xfrm>
            <a:custGeom>
              <a:avLst/>
              <a:gdLst/>
              <a:ahLst/>
              <a:cxnLst/>
              <a:rect l="l" t="t" r="r" b="b"/>
              <a:pathLst>
                <a:path w="32202" h="45654" extrusionOk="0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27"/>
          <p:cNvSpPr/>
          <p:nvPr/>
        </p:nvSpPr>
        <p:spPr>
          <a:xfrm rot="3228475">
            <a:off x="2203128" y="4755135"/>
            <a:ext cx="931122" cy="521862"/>
          </a:xfrm>
          <a:custGeom>
            <a:avLst/>
            <a:gdLst/>
            <a:ahLst/>
            <a:cxnLst/>
            <a:rect l="l" t="t" r="r" b="b"/>
            <a:pathLst>
              <a:path w="24725" h="13698" extrusionOk="0">
                <a:moveTo>
                  <a:pt x="19194" y="0"/>
                </a:moveTo>
                <a:cubicBezTo>
                  <a:pt x="18979" y="0"/>
                  <a:pt x="18763" y="20"/>
                  <a:pt x="18547" y="61"/>
                </a:cubicBezTo>
                <a:cubicBezTo>
                  <a:pt x="15516" y="604"/>
                  <a:pt x="13071" y="2263"/>
                  <a:pt x="10382" y="3750"/>
                </a:cubicBezTo>
                <a:cubicBezTo>
                  <a:pt x="7651" y="5309"/>
                  <a:pt x="4734" y="6739"/>
                  <a:pt x="2160" y="8583"/>
                </a:cubicBezTo>
                <a:cubicBezTo>
                  <a:pt x="1" y="10158"/>
                  <a:pt x="883" y="13697"/>
                  <a:pt x="3484" y="13697"/>
                </a:cubicBezTo>
                <a:cubicBezTo>
                  <a:pt x="3741" y="13697"/>
                  <a:pt x="4016" y="13663"/>
                  <a:pt x="4305" y="13588"/>
                </a:cubicBezTo>
                <a:cubicBezTo>
                  <a:pt x="7594" y="12758"/>
                  <a:pt x="10683" y="11329"/>
                  <a:pt x="13843" y="10127"/>
                </a:cubicBezTo>
                <a:cubicBezTo>
                  <a:pt x="16817" y="8941"/>
                  <a:pt x="19505" y="7983"/>
                  <a:pt x="22007" y="5895"/>
                </a:cubicBezTo>
                <a:cubicBezTo>
                  <a:pt x="24725" y="3630"/>
                  <a:pt x="22118" y="0"/>
                  <a:pt x="1919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7"/>
          <p:cNvSpPr/>
          <p:nvPr/>
        </p:nvSpPr>
        <p:spPr>
          <a:xfrm rot="-1691797">
            <a:off x="8619193" y="1516337"/>
            <a:ext cx="685674" cy="1707319"/>
          </a:xfrm>
          <a:custGeom>
            <a:avLst/>
            <a:gdLst/>
            <a:ahLst/>
            <a:cxnLst/>
            <a:rect l="l" t="t" r="r" b="b"/>
            <a:pathLst>
              <a:path w="18776" h="46762" extrusionOk="0">
                <a:moveTo>
                  <a:pt x="6789" y="1"/>
                </a:moveTo>
                <a:cubicBezTo>
                  <a:pt x="3426" y="1"/>
                  <a:pt x="2347" y="5490"/>
                  <a:pt x="6078" y="6724"/>
                </a:cubicBezTo>
                <a:cubicBezTo>
                  <a:pt x="7565" y="7211"/>
                  <a:pt x="7150" y="8640"/>
                  <a:pt x="6135" y="9355"/>
                </a:cubicBezTo>
                <a:cubicBezTo>
                  <a:pt x="4176" y="10657"/>
                  <a:pt x="2260" y="11500"/>
                  <a:pt x="1259" y="13702"/>
                </a:cubicBezTo>
                <a:cubicBezTo>
                  <a:pt x="1" y="16319"/>
                  <a:pt x="716" y="19422"/>
                  <a:pt x="2389" y="21681"/>
                </a:cubicBezTo>
                <a:cubicBezTo>
                  <a:pt x="4047" y="23826"/>
                  <a:pt x="6435" y="24841"/>
                  <a:pt x="8408" y="26629"/>
                </a:cubicBezTo>
                <a:cubicBezTo>
                  <a:pt x="9896" y="28058"/>
                  <a:pt x="9409" y="28959"/>
                  <a:pt x="8337" y="30561"/>
                </a:cubicBezTo>
                <a:cubicBezTo>
                  <a:pt x="7036" y="32648"/>
                  <a:pt x="5720" y="34793"/>
                  <a:pt x="5720" y="37353"/>
                </a:cubicBezTo>
                <a:cubicBezTo>
                  <a:pt x="5771" y="41864"/>
                  <a:pt x="10603" y="46761"/>
                  <a:pt x="15328" y="46761"/>
                </a:cubicBezTo>
                <a:cubicBezTo>
                  <a:pt x="15905" y="46761"/>
                  <a:pt x="16480" y="46688"/>
                  <a:pt x="17045" y="46533"/>
                </a:cubicBezTo>
                <a:cubicBezTo>
                  <a:pt x="18232" y="46175"/>
                  <a:pt x="18775" y="44802"/>
                  <a:pt x="18175" y="43673"/>
                </a:cubicBezTo>
                <a:cubicBezTo>
                  <a:pt x="16916" y="41399"/>
                  <a:pt x="13885" y="40813"/>
                  <a:pt x="12698" y="38425"/>
                </a:cubicBezTo>
                <a:cubicBezTo>
                  <a:pt x="11854" y="36695"/>
                  <a:pt x="13227" y="35322"/>
                  <a:pt x="14185" y="33964"/>
                </a:cubicBezTo>
                <a:cubicBezTo>
                  <a:pt x="15615" y="31748"/>
                  <a:pt x="16559" y="29317"/>
                  <a:pt x="16030" y="26686"/>
                </a:cubicBezTo>
                <a:cubicBezTo>
                  <a:pt x="15429" y="24012"/>
                  <a:pt x="13470" y="21981"/>
                  <a:pt x="11325" y="20437"/>
                </a:cubicBezTo>
                <a:cubicBezTo>
                  <a:pt x="10425" y="19779"/>
                  <a:pt x="6850" y="17749"/>
                  <a:pt x="7265" y="16619"/>
                </a:cubicBezTo>
                <a:cubicBezTo>
                  <a:pt x="7450" y="16090"/>
                  <a:pt x="8580" y="15733"/>
                  <a:pt x="9052" y="15432"/>
                </a:cubicBezTo>
                <a:cubicBezTo>
                  <a:pt x="10196" y="14775"/>
                  <a:pt x="11197" y="14060"/>
                  <a:pt x="12040" y="13045"/>
                </a:cubicBezTo>
                <a:cubicBezTo>
                  <a:pt x="15729" y="8397"/>
                  <a:pt x="13284" y="1963"/>
                  <a:pt x="7865" y="176"/>
                </a:cubicBezTo>
                <a:cubicBezTo>
                  <a:pt x="7485" y="56"/>
                  <a:pt x="7126" y="1"/>
                  <a:pt x="67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8"/>
          <p:cNvGrpSpPr/>
          <p:nvPr/>
        </p:nvGrpSpPr>
        <p:grpSpPr>
          <a:xfrm rot="10800000">
            <a:off x="-505949" y="2746707"/>
            <a:ext cx="3067910" cy="3392517"/>
            <a:chOff x="6725926" y="-1002468"/>
            <a:chExt cx="3067910" cy="3392517"/>
          </a:xfrm>
        </p:grpSpPr>
        <p:sp>
          <p:nvSpPr>
            <p:cNvPr id="367" name="Google Shape;367;p28"/>
            <p:cNvSpPr/>
            <p:nvPr/>
          </p:nvSpPr>
          <p:spPr>
            <a:xfrm rot="-9544000">
              <a:off x="7929233" y="-415754"/>
              <a:ext cx="1677589" cy="1356790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 rot="-7073489">
              <a:off x="8338715" y="1050681"/>
              <a:ext cx="646697" cy="663769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 rot="-7255573">
              <a:off x="9034842" y="1530192"/>
              <a:ext cx="496310" cy="653338"/>
            </a:xfrm>
            <a:custGeom>
              <a:avLst/>
              <a:gdLst/>
              <a:ahLst/>
              <a:cxnLst/>
              <a:rect l="l" t="t" r="r" b="b"/>
              <a:pathLst>
                <a:path w="22311" h="29370" extrusionOk="0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 rot="8663827">
              <a:off x="7158861" y="-962487"/>
              <a:ext cx="685679" cy="1707345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 rot="-881599">
              <a:off x="8572322" y="1579438"/>
              <a:ext cx="606077" cy="745945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" name="Google Shape;372;p28"/>
          <p:cNvGrpSpPr/>
          <p:nvPr/>
        </p:nvGrpSpPr>
        <p:grpSpPr>
          <a:xfrm rot="10800000">
            <a:off x="6774389" y="-855642"/>
            <a:ext cx="3436926" cy="2790267"/>
            <a:chOff x="-1207361" y="3075271"/>
            <a:chExt cx="3436926" cy="2790267"/>
          </a:xfrm>
        </p:grpSpPr>
        <p:sp>
          <p:nvSpPr>
            <p:cNvPr id="373" name="Google Shape;373;p28"/>
            <p:cNvSpPr/>
            <p:nvPr/>
          </p:nvSpPr>
          <p:spPr>
            <a:xfrm rot="1211703">
              <a:off x="25820" y="4395815"/>
              <a:ext cx="1715918" cy="1210757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 rot="-816931">
              <a:off x="-345185" y="4151292"/>
              <a:ext cx="757387" cy="1158334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-1207361" y="3165569"/>
              <a:ext cx="1920589" cy="1044180"/>
            </a:xfrm>
            <a:custGeom>
              <a:avLst/>
              <a:gdLst/>
              <a:ahLst/>
              <a:cxnLst/>
              <a:rect l="l" t="t" r="r" b="b"/>
              <a:pathLst>
                <a:path w="86338" h="46940" extrusionOk="0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40052" y="3075271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 rot="3228475">
              <a:off x="1278503" y="4655847"/>
              <a:ext cx="931122" cy="521862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lbert Sans Black"/>
              <a:buNone/>
              <a:defRPr sz="33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64" r:id="rId5"/>
    <p:sldLayoutId id="2147483670" r:id="rId6"/>
    <p:sldLayoutId id="2147483671" r:id="rId7"/>
    <p:sldLayoutId id="2147483673" r:id="rId8"/>
    <p:sldLayoutId id="21474836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32"/>
          <p:cNvGrpSpPr/>
          <p:nvPr/>
        </p:nvGrpSpPr>
        <p:grpSpPr>
          <a:xfrm>
            <a:off x="201040" y="-655570"/>
            <a:ext cx="2476540" cy="4473716"/>
            <a:chOff x="201040" y="-655570"/>
            <a:chExt cx="2476540" cy="4473716"/>
          </a:xfrm>
        </p:grpSpPr>
        <p:sp>
          <p:nvSpPr>
            <p:cNvPr id="391" name="Google Shape;391;p32"/>
            <p:cNvSpPr/>
            <p:nvPr/>
          </p:nvSpPr>
          <p:spPr>
            <a:xfrm rot="3603388">
              <a:off x="989394" y="-245641"/>
              <a:ext cx="1599212" cy="112965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73577" y="3538846"/>
              <a:ext cx="279300" cy="27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 rot="-8288887">
              <a:off x="1184930" y="870702"/>
              <a:ext cx="665563" cy="854241"/>
            </a:xfrm>
            <a:custGeom>
              <a:avLst/>
              <a:gdLst/>
              <a:ahLst/>
              <a:cxnLst/>
              <a:rect l="l" t="t" r="r" b="b"/>
              <a:pathLst>
                <a:path w="19673" h="25250" extrusionOk="0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 rot="-10488447">
              <a:off x="245643" y="1770216"/>
              <a:ext cx="1290708" cy="1044196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" name="Google Shape;395;p32"/>
          <p:cNvGrpSpPr/>
          <p:nvPr/>
        </p:nvGrpSpPr>
        <p:grpSpPr>
          <a:xfrm>
            <a:off x="6355342" y="1474866"/>
            <a:ext cx="3196575" cy="4538330"/>
            <a:chOff x="6355342" y="1474866"/>
            <a:chExt cx="3196575" cy="4538330"/>
          </a:xfrm>
        </p:grpSpPr>
        <p:grpSp>
          <p:nvGrpSpPr>
            <p:cNvPr id="396" name="Google Shape;396;p32"/>
            <p:cNvGrpSpPr/>
            <p:nvPr/>
          </p:nvGrpSpPr>
          <p:grpSpPr>
            <a:xfrm>
              <a:off x="6355342" y="1474866"/>
              <a:ext cx="3196575" cy="4538330"/>
              <a:chOff x="6355342" y="1474866"/>
              <a:chExt cx="3196575" cy="4538330"/>
            </a:xfrm>
          </p:grpSpPr>
          <p:sp>
            <p:nvSpPr>
              <p:cNvPr id="397" name="Google Shape;397;p32"/>
              <p:cNvSpPr/>
              <p:nvPr/>
            </p:nvSpPr>
            <p:spPr>
              <a:xfrm rot="-436672">
                <a:off x="7706760" y="1582121"/>
                <a:ext cx="1772968" cy="1252333"/>
              </a:xfrm>
              <a:custGeom>
                <a:avLst/>
                <a:gdLst/>
                <a:ahLst/>
                <a:cxnLst/>
                <a:rect l="l" t="t" r="r" b="b"/>
                <a:pathLst>
                  <a:path w="72982" h="51556" extrusionOk="0">
                    <a:moveTo>
                      <a:pt x="67508" y="1"/>
                    </a:moveTo>
                    <a:cubicBezTo>
                      <a:pt x="65429" y="1"/>
                      <a:pt x="63502" y="1313"/>
                      <a:pt x="63802" y="3958"/>
                    </a:cubicBezTo>
                    <a:cubicBezTo>
                      <a:pt x="64345" y="8419"/>
                      <a:pt x="64460" y="12895"/>
                      <a:pt x="64102" y="17356"/>
                    </a:cubicBezTo>
                    <a:cubicBezTo>
                      <a:pt x="58683" y="14024"/>
                      <a:pt x="53264" y="10807"/>
                      <a:pt x="47773" y="7704"/>
                    </a:cubicBezTo>
                    <a:cubicBezTo>
                      <a:pt x="47114" y="7318"/>
                      <a:pt x="46413" y="7142"/>
                      <a:pt x="45727" y="7142"/>
                    </a:cubicBezTo>
                    <a:cubicBezTo>
                      <a:pt x="43570" y="7142"/>
                      <a:pt x="41568" y="8881"/>
                      <a:pt x="41524" y="11279"/>
                    </a:cubicBezTo>
                    <a:cubicBezTo>
                      <a:pt x="41467" y="14854"/>
                      <a:pt x="41395" y="18428"/>
                      <a:pt x="41395" y="22003"/>
                    </a:cubicBezTo>
                    <a:cubicBezTo>
                      <a:pt x="41338" y="22718"/>
                      <a:pt x="41524" y="25464"/>
                      <a:pt x="41581" y="27551"/>
                    </a:cubicBezTo>
                    <a:cubicBezTo>
                      <a:pt x="36820" y="24563"/>
                      <a:pt x="31930" y="21946"/>
                      <a:pt x="26811" y="19558"/>
                    </a:cubicBezTo>
                    <a:cubicBezTo>
                      <a:pt x="26087" y="19235"/>
                      <a:pt x="25374" y="19083"/>
                      <a:pt x="24703" y="19083"/>
                    </a:cubicBezTo>
                    <a:cubicBezTo>
                      <a:pt x="22547" y="19083"/>
                      <a:pt x="20820" y="20653"/>
                      <a:pt x="20548" y="23204"/>
                    </a:cubicBezTo>
                    <a:cubicBezTo>
                      <a:pt x="20133" y="27065"/>
                      <a:pt x="19590" y="30940"/>
                      <a:pt x="18946" y="34815"/>
                    </a:cubicBezTo>
                    <a:cubicBezTo>
                      <a:pt x="14714" y="32370"/>
                      <a:pt x="10481" y="29868"/>
                      <a:pt x="6249" y="27422"/>
                    </a:cubicBezTo>
                    <a:cubicBezTo>
                      <a:pt x="5602" y="27059"/>
                      <a:pt x="4917" y="26893"/>
                      <a:pt x="4246" y="26893"/>
                    </a:cubicBezTo>
                    <a:cubicBezTo>
                      <a:pt x="2071" y="26893"/>
                      <a:pt x="57" y="28636"/>
                      <a:pt x="57" y="30997"/>
                    </a:cubicBezTo>
                    <a:cubicBezTo>
                      <a:pt x="0" y="37203"/>
                      <a:pt x="229" y="43509"/>
                      <a:pt x="1358" y="49657"/>
                    </a:cubicBezTo>
                    <a:cubicBezTo>
                      <a:pt x="1600" y="50930"/>
                      <a:pt x="2750" y="51556"/>
                      <a:pt x="3905" y="51556"/>
                    </a:cubicBezTo>
                    <a:cubicBezTo>
                      <a:pt x="5074" y="51556"/>
                      <a:pt x="6247" y="50916"/>
                      <a:pt x="6492" y="49657"/>
                    </a:cubicBezTo>
                    <a:cubicBezTo>
                      <a:pt x="7321" y="45839"/>
                      <a:pt x="7736" y="41907"/>
                      <a:pt x="7979" y="37975"/>
                    </a:cubicBezTo>
                    <a:cubicBezTo>
                      <a:pt x="11968" y="40292"/>
                      <a:pt x="15900" y="42622"/>
                      <a:pt x="19833" y="44881"/>
                    </a:cubicBezTo>
                    <a:cubicBezTo>
                      <a:pt x="20443" y="45256"/>
                      <a:pt x="21156" y="45432"/>
                      <a:pt x="21875" y="45432"/>
                    </a:cubicBezTo>
                    <a:cubicBezTo>
                      <a:pt x="23682" y="45432"/>
                      <a:pt x="25531" y="44318"/>
                      <a:pt x="25910" y="42436"/>
                    </a:cubicBezTo>
                    <a:cubicBezTo>
                      <a:pt x="26811" y="38089"/>
                      <a:pt x="27525" y="33800"/>
                      <a:pt x="28112" y="29453"/>
                    </a:cubicBezTo>
                    <a:cubicBezTo>
                      <a:pt x="32702" y="31841"/>
                      <a:pt x="37106" y="34458"/>
                      <a:pt x="41395" y="37317"/>
                    </a:cubicBezTo>
                    <a:cubicBezTo>
                      <a:pt x="41978" y="37710"/>
                      <a:pt x="42756" y="37918"/>
                      <a:pt x="43537" y="37918"/>
                    </a:cubicBezTo>
                    <a:cubicBezTo>
                      <a:pt x="44290" y="37918"/>
                      <a:pt x="45045" y="37725"/>
                      <a:pt x="45628" y="37317"/>
                    </a:cubicBezTo>
                    <a:cubicBezTo>
                      <a:pt x="48902" y="35058"/>
                      <a:pt x="49503" y="32070"/>
                      <a:pt x="49617" y="28266"/>
                    </a:cubicBezTo>
                    <a:cubicBezTo>
                      <a:pt x="49689" y="24992"/>
                      <a:pt x="49746" y="21703"/>
                      <a:pt x="49746" y="18486"/>
                    </a:cubicBezTo>
                    <a:cubicBezTo>
                      <a:pt x="54979" y="21531"/>
                      <a:pt x="60170" y="24634"/>
                      <a:pt x="65289" y="27851"/>
                    </a:cubicBezTo>
                    <a:cubicBezTo>
                      <a:pt x="65885" y="28213"/>
                      <a:pt x="66592" y="28383"/>
                      <a:pt x="67310" y="28383"/>
                    </a:cubicBezTo>
                    <a:cubicBezTo>
                      <a:pt x="69177" y="28383"/>
                      <a:pt x="71124" y="27239"/>
                      <a:pt x="71423" y="25349"/>
                    </a:cubicBezTo>
                    <a:cubicBezTo>
                      <a:pt x="72624" y="18200"/>
                      <a:pt x="72982" y="11165"/>
                      <a:pt x="72138" y="3958"/>
                    </a:cubicBezTo>
                    <a:cubicBezTo>
                      <a:pt x="71844" y="1327"/>
                      <a:pt x="69599" y="1"/>
                      <a:pt x="675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2"/>
              <p:cNvSpPr/>
              <p:nvPr/>
            </p:nvSpPr>
            <p:spPr>
              <a:xfrm rot="-9498748" flipH="1">
                <a:off x="6650152" y="3993281"/>
                <a:ext cx="1301214" cy="1844780"/>
              </a:xfrm>
              <a:custGeom>
                <a:avLst/>
                <a:gdLst/>
                <a:ahLst/>
                <a:cxnLst/>
                <a:rect l="l" t="t" r="r" b="b"/>
                <a:pathLst>
                  <a:path w="32202" h="45654" extrusionOk="0">
                    <a:moveTo>
                      <a:pt x="22078" y="34625"/>
                    </a:moveTo>
                    <a:lnTo>
                      <a:pt x="22078" y="34625"/>
                    </a:lnTo>
                    <a:cubicBezTo>
                      <a:pt x="23679" y="35040"/>
                      <a:pt x="25167" y="35755"/>
                      <a:pt x="25881" y="37070"/>
                    </a:cubicBezTo>
                    <a:cubicBezTo>
                      <a:pt x="26399" y="38037"/>
                      <a:pt x="26424" y="39757"/>
                      <a:pt x="25189" y="39757"/>
                    </a:cubicBezTo>
                    <a:cubicBezTo>
                      <a:pt x="25127" y="39757"/>
                      <a:pt x="25063" y="39753"/>
                      <a:pt x="24995" y="39744"/>
                    </a:cubicBezTo>
                    <a:cubicBezTo>
                      <a:pt x="23622" y="39630"/>
                      <a:pt x="22907" y="37242"/>
                      <a:pt x="22550" y="36169"/>
                    </a:cubicBezTo>
                    <a:cubicBezTo>
                      <a:pt x="22364" y="35640"/>
                      <a:pt x="22192" y="35168"/>
                      <a:pt x="22078" y="34625"/>
                    </a:cubicBezTo>
                    <a:close/>
                    <a:moveTo>
                      <a:pt x="28344" y="0"/>
                    </a:moveTo>
                    <a:cubicBezTo>
                      <a:pt x="27800" y="0"/>
                      <a:pt x="27234" y="214"/>
                      <a:pt x="26725" y="722"/>
                    </a:cubicBezTo>
                    <a:cubicBezTo>
                      <a:pt x="25410" y="2038"/>
                      <a:pt x="24280" y="3411"/>
                      <a:pt x="23208" y="4898"/>
                    </a:cubicBezTo>
                    <a:cubicBezTo>
                      <a:pt x="19390" y="10203"/>
                      <a:pt x="17002" y="16451"/>
                      <a:pt x="16358" y="23014"/>
                    </a:cubicBezTo>
                    <a:cubicBezTo>
                      <a:pt x="16173" y="23958"/>
                      <a:pt x="16058" y="24973"/>
                      <a:pt x="15929" y="25931"/>
                    </a:cubicBezTo>
                    <a:cubicBezTo>
                      <a:pt x="15815" y="27004"/>
                      <a:pt x="15758" y="28191"/>
                      <a:pt x="15701" y="29506"/>
                    </a:cubicBezTo>
                    <a:cubicBezTo>
                      <a:pt x="9381" y="30693"/>
                      <a:pt x="3604" y="36055"/>
                      <a:pt x="801" y="41360"/>
                    </a:cubicBezTo>
                    <a:cubicBezTo>
                      <a:pt x="0" y="42823"/>
                      <a:pt x="1297" y="44525"/>
                      <a:pt x="2695" y="44525"/>
                    </a:cubicBezTo>
                    <a:cubicBezTo>
                      <a:pt x="3170" y="44525"/>
                      <a:pt x="3656" y="44329"/>
                      <a:pt x="4076" y="43862"/>
                    </a:cubicBezTo>
                    <a:cubicBezTo>
                      <a:pt x="7178" y="40345"/>
                      <a:pt x="10696" y="36412"/>
                      <a:pt x="15043" y="34453"/>
                    </a:cubicBezTo>
                    <a:cubicBezTo>
                      <a:pt x="15286" y="34382"/>
                      <a:pt x="15515" y="34382"/>
                      <a:pt x="15758" y="34325"/>
                    </a:cubicBezTo>
                    <a:cubicBezTo>
                      <a:pt x="16223" y="40086"/>
                      <a:pt x="18367" y="45653"/>
                      <a:pt x="24993" y="45653"/>
                    </a:cubicBezTo>
                    <a:cubicBezTo>
                      <a:pt x="25092" y="45653"/>
                      <a:pt x="25193" y="45652"/>
                      <a:pt x="25295" y="45650"/>
                    </a:cubicBezTo>
                    <a:cubicBezTo>
                      <a:pt x="28927" y="45535"/>
                      <a:pt x="31658" y="42604"/>
                      <a:pt x="31901" y="39029"/>
                    </a:cubicBezTo>
                    <a:cubicBezTo>
                      <a:pt x="32202" y="34925"/>
                      <a:pt x="29285" y="31594"/>
                      <a:pt x="25653" y="30035"/>
                    </a:cubicBezTo>
                    <a:cubicBezTo>
                      <a:pt x="24094" y="29449"/>
                      <a:pt x="22550" y="29091"/>
                      <a:pt x="21063" y="29020"/>
                    </a:cubicBezTo>
                    <a:cubicBezTo>
                      <a:pt x="20348" y="19912"/>
                      <a:pt x="23737" y="10617"/>
                      <a:pt x="30114" y="4068"/>
                    </a:cubicBezTo>
                    <a:cubicBezTo>
                      <a:pt x="31719" y="2364"/>
                      <a:pt x="30154" y="0"/>
                      <a:pt x="283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2"/>
              <p:cNvSpPr/>
              <p:nvPr/>
            </p:nvSpPr>
            <p:spPr>
              <a:xfrm rot="4062885">
                <a:off x="7541694" y="2893507"/>
                <a:ext cx="1151310" cy="1298204"/>
              </a:xfrm>
              <a:custGeom>
                <a:avLst/>
                <a:gdLst/>
                <a:ahLst/>
                <a:cxnLst/>
                <a:rect l="l" t="t" r="r" b="b"/>
                <a:pathLst>
                  <a:path w="35677" h="40229" extrusionOk="0">
                    <a:moveTo>
                      <a:pt x="18565" y="1"/>
                    </a:moveTo>
                    <a:cubicBezTo>
                      <a:pt x="8730" y="1"/>
                      <a:pt x="2450" y="8328"/>
                      <a:pt x="887" y="17604"/>
                    </a:cubicBezTo>
                    <a:cubicBezTo>
                      <a:pt x="1" y="23023"/>
                      <a:pt x="773" y="29343"/>
                      <a:pt x="3690" y="34047"/>
                    </a:cubicBezTo>
                    <a:cubicBezTo>
                      <a:pt x="5714" y="37351"/>
                      <a:pt x="9658" y="40228"/>
                      <a:pt x="13537" y="40228"/>
                    </a:cubicBezTo>
                    <a:cubicBezTo>
                      <a:pt x="15248" y="40228"/>
                      <a:pt x="16946" y="39668"/>
                      <a:pt x="18461" y="38337"/>
                    </a:cubicBezTo>
                    <a:cubicBezTo>
                      <a:pt x="20524" y="36494"/>
                      <a:pt x="18790" y="33619"/>
                      <a:pt x="16377" y="33619"/>
                    </a:cubicBezTo>
                    <a:cubicBezTo>
                      <a:pt x="16281" y="33619"/>
                      <a:pt x="16185" y="33624"/>
                      <a:pt x="16087" y="33633"/>
                    </a:cubicBezTo>
                    <a:cubicBezTo>
                      <a:pt x="15742" y="33669"/>
                      <a:pt x="15405" y="33687"/>
                      <a:pt x="15076" y="33687"/>
                    </a:cubicBezTo>
                    <a:cubicBezTo>
                      <a:pt x="12786" y="33687"/>
                      <a:pt x="10894" y="32799"/>
                      <a:pt x="9581" y="30773"/>
                    </a:cubicBezTo>
                    <a:cubicBezTo>
                      <a:pt x="7923" y="28199"/>
                      <a:pt x="7322" y="24925"/>
                      <a:pt x="7322" y="21951"/>
                    </a:cubicBezTo>
                    <a:cubicBezTo>
                      <a:pt x="7322" y="16531"/>
                      <a:pt x="9352" y="9611"/>
                      <a:pt x="14829" y="7409"/>
                    </a:cubicBezTo>
                    <a:cubicBezTo>
                      <a:pt x="16018" y="6935"/>
                      <a:pt x="17288" y="6704"/>
                      <a:pt x="18552" y="6704"/>
                    </a:cubicBezTo>
                    <a:cubicBezTo>
                      <a:pt x="21906" y="6704"/>
                      <a:pt x="25217" y="8334"/>
                      <a:pt x="26869" y="11398"/>
                    </a:cubicBezTo>
                    <a:cubicBezTo>
                      <a:pt x="29128" y="15516"/>
                      <a:pt x="28599" y="21479"/>
                      <a:pt x="24238" y="23981"/>
                    </a:cubicBezTo>
                    <a:cubicBezTo>
                      <a:pt x="23512" y="24388"/>
                      <a:pt x="22653" y="24609"/>
                      <a:pt x="21809" y="24609"/>
                    </a:cubicBezTo>
                    <a:cubicBezTo>
                      <a:pt x="20308" y="24609"/>
                      <a:pt x="18857" y="23909"/>
                      <a:pt x="18289" y="22308"/>
                    </a:cubicBezTo>
                    <a:cubicBezTo>
                      <a:pt x="18047" y="21535"/>
                      <a:pt x="18158" y="18712"/>
                      <a:pt x="18992" y="18712"/>
                    </a:cubicBezTo>
                    <a:cubicBezTo>
                      <a:pt x="19192" y="18712"/>
                      <a:pt x="19432" y="18873"/>
                      <a:pt x="19719" y="19262"/>
                    </a:cubicBezTo>
                    <a:cubicBezTo>
                      <a:pt x="20309" y="20046"/>
                      <a:pt x="21241" y="20401"/>
                      <a:pt x="22174" y="20401"/>
                    </a:cubicBezTo>
                    <a:cubicBezTo>
                      <a:pt x="23029" y="20401"/>
                      <a:pt x="23886" y="20103"/>
                      <a:pt x="24481" y="19563"/>
                    </a:cubicBezTo>
                    <a:cubicBezTo>
                      <a:pt x="25968" y="18261"/>
                      <a:pt x="25911" y="16288"/>
                      <a:pt x="24781" y="14801"/>
                    </a:cubicBezTo>
                    <a:cubicBezTo>
                      <a:pt x="23368" y="12874"/>
                      <a:pt x="21277" y="11973"/>
                      <a:pt x="19170" y="11973"/>
                    </a:cubicBezTo>
                    <a:cubicBezTo>
                      <a:pt x="16650" y="11973"/>
                      <a:pt x="14109" y="13263"/>
                      <a:pt x="12684" y="15630"/>
                    </a:cubicBezTo>
                    <a:cubicBezTo>
                      <a:pt x="10239" y="19691"/>
                      <a:pt x="11140" y="25411"/>
                      <a:pt x="14529" y="28557"/>
                    </a:cubicBezTo>
                    <a:cubicBezTo>
                      <a:pt x="16574" y="30436"/>
                      <a:pt x="19212" y="31352"/>
                      <a:pt x="21858" y="31352"/>
                    </a:cubicBezTo>
                    <a:cubicBezTo>
                      <a:pt x="24004" y="31352"/>
                      <a:pt x="26154" y="30750"/>
                      <a:pt x="27998" y="29572"/>
                    </a:cubicBezTo>
                    <a:cubicBezTo>
                      <a:pt x="32045" y="26955"/>
                      <a:pt x="34490" y="22608"/>
                      <a:pt x="34905" y="17832"/>
                    </a:cubicBezTo>
                    <a:cubicBezTo>
                      <a:pt x="35677" y="8667"/>
                      <a:pt x="28828" y="502"/>
                      <a:pt x="19590" y="30"/>
                    </a:cubicBezTo>
                    <a:cubicBezTo>
                      <a:pt x="19244" y="10"/>
                      <a:pt x="18902" y="1"/>
                      <a:pt x="185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0" name="Google Shape;400;p32"/>
            <p:cNvSpPr/>
            <p:nvPr/>
          </p:nvSpPr>
          <p:spPr>
            <a:xfrm>
              <a:off x="8255427" y="1604008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382063C-8428-0EE3-3F79-20BC2E323EEA}"/>
              </a:ext>
            </a:extLst>
          </p:cNvPr>
          <p:cNvSpPr txBox="1"/>
          <p:nvPr/>
        </p:nvSpPr>
        <p:spPr>
          <a:xfrm>
            <a:off x="2263220" y="3933832"/>
            <a:ext cx="216148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Members:</a:t>
            </a:r>
            <a:endParaRPr lang="en-U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1.Unubold Luvsandagva</a:t>
            </a:r>
            <a:endParaRPr lang="en-U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2.Rabindra Dhakal</a:t>
            </a:r>
            <a:endParaRPr lang="en-U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3.Anil Koiri</a:t>
            </a:r>
            <a:endParaRPr lang="en-U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4.Jyoti K C Basnet</a:t>
            </a:r>
            <a:endParaRPr lang="en-US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ED2CA-3969-8585-C699-A95C90AB06B8}"/>
              </a:ext>
            </a:extLst>
          </p:cNvPr>
          <p:cNvSpPr txBox="1"/>
          <p:nvPr/>
        </p:nvSpPr>
        <p:spPr>
          <a:xfrm>
            <a:off x="4497083" y="4149827"/>
            <a:ext cx="18582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.Kamrujjaman Sabuj</a:t>
            </a:r>
            <a:endParaRPr lang="en-U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6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.Al Dhruba</a:t>
            </a:r>
            <a:endParaRPr lang="en-U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7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.Md Khan</a:t>
            </a:r>
            <a:endParaRPr 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01955-2E8D-DB6F-A23C-0F90D81CFE32}"/>
              </a:ext>
            </a:extLst>
          </p:cNvPr>
          <p:cNvSpPr txBox="1"/>
          <p:nvPr/>
        </p:nvSpPr>
        <p:spPr>
          <a:xfrm>
            <a:off x="332584" y="4404836"/>
            <a:ext cx="160373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G</a:t>
            </a:r>
            <a:r>
              <a:rPr lang="en-US" sz="18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sz="1800" b="1" i="0" u="none" strike="noStrike" dirty="0"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O</a:t>
            </a:r>
            <a:r>
              <a:rPr lang="en-US" sz="1800" b="1" i="0" u="none" strike="noStrike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U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endParaRPr lang="en-US" sz="18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FF5ECB8-120F-4925-9BF9-8B0AC832AB38}"/>
              </a:ext>
            </a:extLst>
          </p:cNvPr>
          <p:cNvSpPr txBox="1"/>
          <p:nvPr/>
        </p:nvSpPr>
        <p:spPr>
          <a:xfrm>
            <a:off x="2371385" y="545555"/>
            <a:ext cx="12047383" cy="169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95"/>
              </a:lnSpc>
            </a:pPr>
            <a:r>
              <a:rPr lang="en-US" sz="6000" dirty="0">
                <a:solidFill>
                  <a:schemeClr val="tx1"/>
                </a:solidFill>
                <a:latin typeface="Anton"/>
                <a:ea typeface="Anton"/>
                <a:cs typeface="Anton"/>
                <a:sym typeface="Anton"/>
              </a:rPr>
              <a:t>SMALL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A876C-B6A6-49E1-AE4D-1C579B605EE8}"/>
              </a:ext>
            </a:extLst>
          </p:cNvPr>
          <p:cNvSpPr txBox="1"/>
          <p:nvPr/>
        </p:nvSpPr>
        <p:spPr>
          <a:xfrm>
            <a:off x="4252806" y="2358105"/>
            <a:ext cx="77290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tx1"/>
                </a:solidFill>
                <a:latin typeface="Anton"/>
                <a:ea typeface="Anton"/>
                <a:cs typeface="Anton"/>
                <a:sym typeface="Anton"/>
              </a:rPr>
              <a:t>PIPELINE</a:t>
            </a:r>
            <a:endParaRPr lang="en-US" sz="6000" dirty="0">
              <a:solidFill>
                <a:schemeClr val="tx1"/>
              </a:solidFill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5850A09B-35B2-EA06-43B2-3A566B543F05}"/>
              </a:ext>
            </a:extLst>
          </p:cNvPr>
          <p:cNvGrpSpPr/>
          <p:nvPr/>
        </p:nvGrpSpPr>
        <p:grpSpPr>
          <a:xfrm>
            <a:off x="5944402" y="-1939938"/>
            <a:ext cx="3086100" cy="3086100"/>
            <a:chOff x="0" y="0"/>
            <a:chExt cx="812800" cy="812800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8AD92FF2-766F-4E57-DC5C-360EEC6D0FC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1DAA5C46-E359-75EF-EDA7-4CD15E7F88D9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C9082B9-2C4D-402A-63E9-D5597C45AF38}"/>
              </a:ext>
            </a:extLst>
          </p:cNvPr>
          <p:cNvSpPr txBox="1"/>
          <p:nvPr/>
        </p:nvSpPr>
        <p:spPr>
          <a:xfrm>
            <a:off x="1216201" y="575198"/>
            <a:ext cx="530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Anton" pitchFamily="2" charset="0"/>
              </a:rPr>
              <a:t>Definition &amp; Use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A5B111-4697-7764-8B03-DC99EF6BF0C9}"/>
              </a:ext>
            </a:extLst>
          </p:cNvPr>
          <p:cNvSpPr txBox="1"/>
          <p:nvPr/>
        </p:nvSpPr>
        <p:spPr>
          <a:xfrm>
            <a:off x="1447510" y="1432858"/>
            <a:ext cx="7126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nton" pitchFamily="2" charset="0"/>
              </a:rPr>
              <a:t>A Small Data Pipeline is designed for handling limited datasets, typically ranging from a few megabytes to gigabytes. </a:t>
            </a:r>
          </a:p>
        </p:txBody>
      </p:sp>
      <p:grpSp>
        <p:nvGrpSpPr>
          <p:cNvPr id="25" name="Group 11">
            <a:extLst>
              <a:ext uri="{FF2B5EF4-FFF2-40B4-BE49-F238E27FC236}">
                <a16:creationId xmlns:a16="http://schemas.microsoft.com/office/drawing/2014/main" id="{D72D5572-C735-E84C-877F-5BF5AF4FFA74}"/>
              </a:ext>
            </a:extLst>
          </p:cNvPr>
          <p:cNvGrpSpPr/>
          <p:nvPr/>
        </p:nvGrpSpPr>
        <p:grpSpPr>
          <a:xfrm>
            <a:off x="1103223" y="1521432"/>
            <a:ext cx="225956" cy="225956"/>
            <a:chOff x="0" y="0"/>
            <a:chExt cx="812800" cy="812800"/>
          </a:xfrm>
        </p:grpSpPr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B1F4F473-0966-E862-818A-E4A11ED723D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3">
              <a:extLst>
                <a:ext uri="{FF2B5EF4-FFF2-40B4-BE49-F238E27FC236}">
                  <a16:creationId xmlns:a16="http://schemas.microsoft.com/office/drawing/2014/main" id="{BAD2C475-3023-CA14-A8B0-3BB4BF09C5F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BB27C16-E83B-1F4B-4AD6-794755788DA4}"/>
              </a:ext>
            </a:extLst>
          </p:cNvPr>
          <p:cNvSpPr txBox="1"/>
          <p:nvPr/>
        </p:nvSpPr>
        <p:spPr>
          <a:xfrm>
            <a:off x="1845913" y="2310140"/>
            <a:ext cx="5591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Startups &amp; Small Businesses </a:t>
            </a:r>
            <a:r>
              <a:rPr lang="en-US" dirty="0"/>
              <a:t>– Managing customer interactions, sales data, and localized analytics.</a:t>
            </a:r>
          </a:p>
        </p:txBody>
      </p:sp>
      <p:pic>
        <p:nvPicPr>
          <p:cNvPr id="1026" name="Picture 2" descr="Small Business icons for free download | Freepik">
            <a:extLst>
              <a:ext uri="{FF2B5EF4-FFF2-40B4-BE49-F238E27FC236}">
                <a16:creationId xmlns:a16="http://schemas.microsoft.com/office/drawing/2014/main" id="{B91ACA9E-5651-73F6-43E3-B1103105E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07" y="2139291"/>
            <a:ext cx="755650" cy="75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ot - Free technology icons">
            <a:extLst>
              <a:ext uri="{FF2B5EF4-FFF2-40B4-BE49-F238E27FC236}">
                <a16:creationId xmlns:a16="http://schemas.microsoft.com/office/drawing/2014/main" id="{BEBB07A3-E0C4-A0A3-E758-C4A70D131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300" y="2983432"/>
            <a:ext cx="679907" cy="679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ersonal - Free business icons">
            <a:extLst>
              <a:ext uri="{FF2B5EF4-FFF2-40B4-BE49-F238E27FC236}">
                <a16:creationId xmlns:a16="http://schemas.microsoft.com/office/drawing/2014/main" id="{D1FB084C-E4C7-142C-D636-1AF32D91B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07" y="3802646"/>
            <a:ext cx="679450" cy="67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1351582-24B2-90BE-5E27-7C6D772CF31D}"/>
              </a:ext>
            </a:extLst>
          </p:cNvPr>
          <p:cNvSpPr txBox="1"/>
          <p:nvPr/>
        </p:nvSpPr>
        <p:spPr>
          <a:xfrm>
            <a:off x="1776413" y="3937360"/>
            <a:ext cx="5591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Personal Projects &amp; Prototypes </a:t>
            </a:r>
            <a:r>
              <a:rPr lang="en-US" dirty="0"/>
              <a:t>– Testing AI models, developing dashboards, and running small-scale applications.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B53F43-3FBA-6307-D7CA-39209D819B5F}"/>
              </a:ext>
            </a:extLst>
          </p:cNvPr>
          <p:cNvSpPr txBox="1"/>
          <p:nvPr/>
        </p:nvSpPr>
        <p:spPr>
          <a:xfrm>
            <a:off x="883107" y="3124814"/>
            <a:ext cx="5591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IoT &amp; Edge Computing </a:t>
            </a:r>
            <a:r>
              <a:rPr lang="en-US" dirty="0"/>
              <a:t>– Processing sensor data in small-scale deployments.</a:t>
            </a:r>
          </a:p>
        </p:txBody>
      </p:sp>
      <p:pic>
        <p:nvPicPr>
          <p:cNvPr id="1032" name="Picture 8" descr="Definition - Free education icons">
            <a:extLst>
              <a:ext uri="{FF2B5EF4-FFF2-40B4-BE49-F238E27FC236}">
                <a16:creationId xmlns:a16="http://schemas.microsoft.com/office/drawing/2014/main" id="{C0EF3A3F-9563-411A-C446-B7AB05CE7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93591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2DE784-BA07-9DCF-B8CC-55C7B8AFE961}"/>
              </a:ext>
            </a:extLst>
          </p:cNvPr>
          <p:cNvCxnSpPr>
            <a:cxnSpLocks/>
          </p:cNvCxnSpPr>
          <p:nvPr/>
        </p:nvCxnSpPr>
        <p:spPr>
          <a:xfrm>
            <a:off x="994528" y="2983432"/>
            <a:ext cx="51187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280F3A-D794-9090-94EF-36673BE20CBE}"/>
              </a:ext>
            </a:extLst>
          </p:cNvPr>
          <p:cNvCxnSpPr>
            <a:cxnSpLocks/>
          </p:cNvCxnSpPr>
          <p:nvPr/>
        </p:nvCxnSpPr>
        <p:spPr>
          <a:xfrm>
            <a:off x="1845913" y="3802646"/>
            <a:ext cx="5266611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6FAB0F1-54C5-31AF-95C6-4BA9F4718C8A}"/>
              </a:ext>
            </a:extLst>
          </p:cNvPr>
          <p:cNvSpPr txBox="1"/>
          <p:nvPr/>
        </p:nvSpPr>
        <p:spPr>
          <a:xfrm>
            <a:off x="517524" y="404912"/>
            <a:ext cx="6353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  <a:latin typeface="Anton" pitchFamily="2" charset="0"/>
              </a:rPr>
              <a:t>CHARACTERISTICS OF SMALL DATA PIPELINES</a:t>
            </a:r>
          </a:p>
        </p:txBody>
      </p:sp>
      <p:pic>
        <p:nvPicPr>
          <p:cNvPr id="3074" name="Picture 2" descr="About srip Flat icon | Freepik">
            <a:extLst>
              <a:ext uri="{FF2B5EF4-FFF2-40B4-BE49-F238E27FC236}">
                <a16:creationId xmlns:a16="http://schemas.microsoft.com/office/drawing/2014/main" id="{E48F276A-8865-93C1-F087-E3B5ACC53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574" y="350282"/>
            <a:ext cx="577850" cy="57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2D1BF1C-1A9D-A222-2E25-8B300B1AC898}"/>
              </a:ext>
            </a:extLst>
          </p:cNvPr>
          <p:cNvSpPr txBox="1"/>
          <p:nvPr/>
        </p:nvSpPr>
        <p:spPr>
          <a:xfrm>
            <a:off x="1504949" y="1117709"/>
            <a:ext cx="541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Low Complexity </a:t>
            </a:r>
            <a:r>
              <a:rPr lang="en-US" dirty="0"/>
              <a:t>– Simple workflows with minimal processing steps.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249E2A-5C81-480B-132F-0EEDF7B14167}"/>
              </a:ext>
            </a:extLst>
          </p:cNvPr>
          <p:cNvSpPr txBox="1"/>
          <p:nvPr/>
        </p:nvSpPr>
        <p:spPr>
          <a:xfrm>
            <a:off x="985836" y="3389640"/>
            <a:ext cx="4852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Limited Storage Needs </a:t>
            </a:r>
            <a:r>
              <a:rPr lang="en-US" dirty="0"/>
              <a:t>– Often uses relational databases or lightweight NoSQL solutions.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102CB-8597-CA04-6C17-FBDA7BBA4730}"/>
              </a:ext>
            </a:extLst>
          </p:cNvPr>
          <p:cNvSpPr txBox="1"/>
          <p:nvPr/>
        </p:nvSpPr>
        <p:spPr>
          <a:xfrm>
            <a:off x="2263775" y="2543303"/>
            <a:ext cx="541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Lower Cost </a:t>
            </a:r>
            <a:r>
              <a:rPr lang="en-US" dirty="0"/>
              <a:t>– Can be implemented using open-source tools or lightweight cloud solutions.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C375CA-8CBD-6E42-8F91-063798AF7D1D}"/>
              </a:ext>
            </a:extLst>
          </p:cNvPr>
          <p:cNvSpPr txBox="1"/>
          <p:nvPr/>
        </p:nvSpPr>
        <p:spPr>
          <a:xfrm>
            <a:off x="422275" y="1830506"/>
            <a:ext cx="541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Fast Processing </a:t>
            </a:r>
            <a:r>
              <a:rPr lang="en-US" dirty="0"/>
              <a:t>– Runs efficiently on minimal hardware or cloud instances.</a:t>
            </a:r>
          </a:p>
        </p:txBody>
      </p:sp>
      <p:grpSp>
        <p:nvGrpSpPr>
          <p:cNvPr id="44" name="Group 13">
            <a:extLst>
              <a:ext uri="{FF2B5EF4-FFF2-40B4-BE49-F238E27FC236}">
                <a16:creationId xmlns:a16="http://schemas.microsoft.com/office/drawing/2014/main" id="{DD98792E-30B8-C405-3C54-1A65B24B6F83}"/>
              </a:ext>
            </a:extLst>
          </p:cNvPr>
          <p:cNvGrpSpPr/>
          <p:nvPr/>
        </p:nvGrpSpPr>
        <p:grpSpPr>
          <a:xfrm>
            <a:off x="7102474" y="3535500"/>
            <a:ext cx="1817088" cy="1817086"/>
            <a:chOff x="0" y="0"/>
            <a:chExt cx="812800" cy="812800"/>
          </a:xfrm>
        </p:grpSpPr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79D26DA5-4030-F741-7F4F-06FD72676E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8803" t="-41289" r="-63130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6" name="Picture 4" descr="Reduce-Complexity-Icon » Sugabyte">
            <a:extLst>
              <a:ext uri="{FF2B5EF4-FFF2-40B4-BE49-F238E27FC236}">
                <a16:creationId xmlns:a16="http://schemas.microsoft.com/office/drawing/2014/main" id="{9340DBF7-C4AE-D765-2714-7DE23E968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3" y="1055469"/>
            <a:ext cx="80962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rocess - Free business and finance icons">
            <a:extLst>
              <a:ext uri="{FF2B5EF4-FFF2-40B4-BE49-F238E27FC236}">
                <a16:creationId xmlns:a16="http://schemas.microsoft.com/office/drawing/2014/main" id="{82F0D12B-87B5-57B6-5511-FAA1D6797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607" y="1727485"/>
            <a:ext cx="659121" cy="65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Low cost Generic Outline Color icon | Freepik">
            <a:extLst>
              <a:ext uri="{FF2B5EF4-FFF2-40B4-BE49-F238E27FC236}">
                <a16:creationId xmlns:a16="http://schemas.microsoft.com/office/drawing/2014/main" id="{551CB1F7-80C6-24B1-3D4B-806E12EBA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6" y="2386606"/>
            <a:ext cx="836614" cy="83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ard drive icon symbol premium quality isolated Vector Image">
            <a:extLst>
              <a:ext uri="{FF2B5EF4-FFF2-40B4-BE49-F238E27FC236}">
                <a16:creationId xmlns:a16="http://schemas.microsoft.com/office/drawing/2014/main" id="{AC03E034-0867-EF47-5053-D6E87CDBE5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0" t="13806" r="15866" b="20535"/>
          <a:stretch/>
        </p:blipFill>
        <p:spPr bwMode="auto">
          <a:xfrm>
            <a:off x="5838825" y="3205629"/>
            <a:ext cx="807842" cy="81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7ECD38-E5FF-1863-D91F-C1E48C8A4E46}"/>
              </a:ext>
            </a:extLst>
          </p:cNvPr>
          <p:cNvCxnSpPr>
            <a:cxnSpLocks/>
          </p:cNvCxnSpPr>
          <p:nvPr/>
        </p:nvCxnSpPr>
        <p:spPr>
          <a:xfrm>
            <a:off x="517524" y="1786379"/>
            <a:ext cx="511970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8109BC-08CD-872A-ED21-3F69C0DF7A5C}"/>
              </a:ext>
            </a:extLst>
          </p:cNvPr>
          <p:cNvCxnSpPr>
            <a:cxnSpLocks/>
          </p:cNvCxnSpPr>
          <p:nvPr/>
        </p:nvCxnSpPr>
        <p:spPr>
          <a:xfrm>
            <a:off x="2375555" y="2471393"/>
            <a:ext cx="4897224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60B2EF-C0DD-77E0-7F8B-82C4E4AA063A}"/>
              </a:ext>
            </a:extLst>
          </p:cNvPr>
          <p:cNvCxnSpPr>
            <a:cxnSpLocks/>
          </p:cNvCxnSpPr>
          <p:nvPr/>
        </p:nvCxnSpPr>
        <p:spPr>
          <a:xfrm>
            <a:off x="1079369" y="3311950"/>
            <a:ext cx="46035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98909F-5522-C4F5-EC50-05506B2A54F3}"/>
              </a:ext>
            </a:extLst>
          </p:cNvPr>
          <p:cNvSpPr txBox="1"/>
          <p:nvPr/>
        </p:nvSpPr>
        <p:spPr>
          <a:xfrm>
            <a:off x="3030538" y="293321"/>
            <a:ext cx="5591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nton" pitchFamily="2" charset="0"/>
              </a:rPr>
              <a:t>Data Type &amp; Storage Choices</a:t>
            </a:r>
          </a:p>
        </p:txBody>
      </p:sp>
      <p:pic>
        <p:nvPicPr>
          <p:cNvPr id="7" name="Picture 2" descr="Choice Special Lineal color icon | Freepik">
            <a:extLst>
              <a:ext uri="{FF2B5EF4-FFF2-40B4-BE49-F238E27FC236}">
                <a16:creationId xmlns:a16="http://schemas.microsoft.com/office/drawing/2014/main" id="{C3EC62B7-FD92-7DD6-5225-AFC2BE4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2" y="211237"/>
            <a:ext cx="605304" cy="60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298;p54">
            <a:extLst>
              <a:ext uri="{FF2B5EF4-FFF2-40B4-BE49-F238E27FC236}">
                <a16:creationId xmlns:a16="http://schemas.microsoft.com/office/drawing/2014/main" id="{C3DE8726-9728-70B0-4F12-7EA3030F02D1}"/>
              </a:ext>
            </a:extLst>
          </p:cNvPr>
          <p:cNvSpPr/>
          <p:nvPr/>
        </p:nvSpPr>
        <p:spPr>
          <a:xfrm>
            <a:off x="1058275" y="1456428"/>
            <a:ext cx="3042238" cy="392362"/>
          </a:xfrm>
          <a:custGeom>
            <a:avLst/>
            <a:gdLst/>
            <a:ahLst/>
            <a:cxnLst/>
            <a:rect l="l" t="t" r="r" b="b"/>
            <a:pathLst>
              <a:path w="113386" h="18146" extrusionOk="0">
                <a:moveTo>
                  <a:pt x="101338" y="1"/>
                </a:moveTo>
                <a:cubicBezTo>
                  <a:pt x="100010" y="1"/>
                  <a:pt x="98644" y="204"/>
                  <a:pt x="97227" y="596"/>
                </a:cubicBezTo>
                <a:cubicBezTo>
                  <a:pt x="90390" y="2437"/>
                  <a:pt x="84195" y="9625"/>
                  <a:pt x="77007" y="9742"/>
                </a:cubicBezTo>
                <a:cubicBezTo>
                  <a:pt x="73003" y="9742"/>
                  <a:pt x="70666" y="6820"/>
                  <a:pt x="67393" y="4132"/>
                </a:cubicBezTo>
                <a:cubicBezTo>
                  <a:pt x="64697" y="1874"/>
                  <a:pt x="61746" y="858"/>
                  <a:pt x="58723" y="858"/>
                </a:cubicBezTo>
                <a:cubicBezTo>
                  <a:pt x="57520" y="858"/>
                  <a:pt x="56306" y="1019"/>
                  <a:pt x="55091" y="1327"/>
                </a:cubicBezTo>
                <a:cubicBezTo>
                  <a:pt x="48445" y="3156"/>
                  <a:pt x="41777" y="10275"/>
                  <a:pt x="34886" y="10275"/>
                </a:cubicBezTo>
                <a:cubicBezTo>
                  <a:pt x="33959" y="10275"/>
                  <a:pt x="33029" y="10147"/>
                  <a:pt x="32094" y="9859"/>
                </a:cubicBezTo>
                <a:cubicBezTo>
                  <a:pt x="26250" y="7901"/>
                  <a:pt x="22101" y="2320"/>
                  <a:pt x="15877" y="2174"/>
                </a:cubicBezTo>
                <a:cubicBezTo>
                  <a:pt x="11026" y="2174"/>
                  <a:pt x="6526" y="4512"/>
                  <a:pt x="2611" y="8515"/>
                </a:cubicBezTo>
                <a:cubicBezTo>
                  <a:pt x="0" y="11125"/>
                  <a:pt x="1628" y="16754"/>
                  <a:pt x="4055" y="16754"/>
                </a:cubicBezTo>
                <a:cubicBezTo>
                  <a:pt x="4562" y="16754"/>
                  <a:pt x="5104" y="16508"/>
                  <a:pt x="5650" y="15937"/>
                </a:cubicBezTo>
                <a:cubicBezTo>
                  <a:pt x="8831" y="12703"/>
                  <a:pt x="12136" y="11087"/>
                  <a:pt x="15563" y="11087"/>
                </a:cubicBezTo>
                <a:cubicBezTo>
                  <a:pt x="17927" y="11087"/>
                  <a:pt x="20350" y="11856"/>
                  <a:pt x="22831" y="13395"/>
                </a:cubicBezTo>
                <a:cubicBezTo>
                  <a:pt x="27322" y="16129"/>
                  <a:pt x="31076" y="17855"/>
                  <a:pt x="35249" y="17855"/>
                </a:cubicBezTo>
                <a:cubicBezTo>
                  <a:pt x="37186" y="17855"/>
                  <a:pt x="39213" y="17483"/>
                  <a:pt x="41445" y="16668"/>
                </a:cubicBezTo>
                <a:cubicBezTo>
                  <a:pt x="46993" y="14746"/>
                  <a:pt x="52416" y="11370"/>
                  <a:pt x="58109" y="11370"/>
                </a:cubicBezTo>
                <a:cubicBezTo>
                  <a:pt x="58562" y="11370"/>
                  <a:pt x="59017" y="11392"/>
                  <a:pt x="59474" y="11437"/>
                </a:cubicBezTo>
                <a:cubicBezTo>
                  <a:pt x="65318" y="12051"/>
                  <a:pt x="70081" y="17778"/>
                  <a:pt x="75926" y="18129"/>
                </a:cubicBezTo>
                <a:cubicBezTo>
                  <a:pt x="76122" y="18140"/>
                  <a:pt x="76320" y="18146"/>
                  <a:pt x="76517" y="18146"/>
                </a:cubicBezTo>
                <a:cubicBezTo>
                  <a:pt x="84595" y="18146"/>
                  <a:pt x="93019" y="8701"/>
                  <a:pt x="101012" y="8701"/>
                </a:cubicBezTo>
                <a:cubicBezTo>
                  <a:pt x="103197" y="8701"/>
                  <a:pt x="105350" y="9406"/>
                  <a:pt x="107455" y="11203"/>
                </a:cubicBezTo>
                <a:cubicBezTo>
                  <a:pt x="107977" y="11635"/>
                  <a:pt x="108491" y="11824"/>
                  <a:pt x="108976" y="11824"/>
                </a:cubicBezTo>
                <a:cubicBezTo>
                  <a:pt x="111636" y="11824"/>
                  <a:pt x="113386" y="6130"/>
                  <a:pt x="110494" y="3781"/>
                </a:cubicBezTo>
                <a:cubicBezTo>
                  <a:pt x="107556" y="1195"/>
                  <a:pt x="104559" y="1"/>
                  <a:pt x="1013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297;p54">
            <a:extLst>
              <a:ext uri="{FF2B5EF4-FFF2-40B4-BE49-F238E27FC236}">
                <a16:creationId xmlns:a16="http://schemas.microsoft.com/office/drawing/2014/main" id="{134ABF66-72FC-E383-DC8A-AE7BC675E7C5}"/>
              </a:ext>
            </a:extLst>
          </p:cNvPr>
          <p:cNvSpPr/>
          <p:nvPr/>
        </p:nvSpPr>
        <p:spPr>
          <a:xfrm>
            <a:off x="5087709" y="1450079"/>
            <a:ext cx="3042238" cy="391367"/>
          </a:xfrm>
          <a:custGeom>
            <a:avLst/>
            <a:gdLst/>
            <a:ahLst/>
            <a:cxnLst/>
            <a:rect l="l" t="t" r="r" b="b"/>
            <a:pathLst>
              <a:path w="113388" h="18100" extrusionOk="0">
                <a:moveTo>
                  <a:pt x="101347" y="1"/>
                </a:moveTo>
                <a:cubicBezTo>
                  <a:pt x="100017" y="1"/>
                  <a:pt x="98649" y="192"/>
                  <a:pt x="97230" y="551"/>
                </a:cubicBezTo>
                <a:cubicBezTo>
                  <a:pt x="90393" y="2363"/>
                  <a:pt x="84198" y="9551"/>
                  <a:pt x="77010" y="9668"/>
                </a:cubicBezTo>
                <a:cubicBezTo>
                  <a:pt x="73006" y="9668"/>
                  <a:pt x="70669" y="6746"/>
                  <a:pt x="67396" y="4058"/>
                </a:cubicBezTo>
                <a:cubicBezTo>
                  <a:pt x="64714" y="1812"/>
                  <a:pt x="61780" y="794"/>
                  <a:pt x="58773" y="794"/>
                </a:cubicBezTo>
                <a:cubicBezTo>
                  <a:pt x="57555" y="794"/>
                  <a:pt x="56324" y="962"/>
                  <a:pt x="55094" y="1282"/>
                </a:cubicBezTo>
                <a:cubicBezTo>
                  <a:pt x="48455" y="3083"/>
                  <a:pt x="41794" y="10209"/>
                  <a:pt x="34910" y="10209"/>
                </a:cubicBezTo>
                <a:cubicBezTo>
                  <a:pt x="33977" y="10209"/>
                  <a:pt x="33039" y="10078"/>
                  <a:pt x="32097" y="9785"/>
                </a:cubicBezTo>
                <a:cubicBezTo>
                  <a:pt x="26253" y="7973"/>
                  <a:pt x="22104" y="2246"/>
                  <a:pt x="15880" y="2129"/>
                </a:cubicBezTo>
                <a:cubicBezTo>
                  <a:pt x="11029" y="2129"/>
                  <a:pt x="6529" y="4555"/>
                  <a:pt x="2614" y="8441"/>
                </a:cubicBezTo>
                <a:cubicBezTo>
                  <a:pt x="1" y="11078"/>
                  <a:pt x="1634" y="16698"/>
                  <a:pt x="4064" y="16698"/>
                </a:cubicBezTo>
                <a:cubicBezTo>
                  <a:pt x="4570" y="16698"/>
                  <a:pt x="5109" y="16455"/>
                  <a:pt x="5653" y="15892"/>
                </a:cubicBezTo>
                <a:cubicBezTo>
                  <a:pt x="8859" y="12686"/>
                  <a:pt x="12190" y="11049"/>
                  <a:pt x="15645" y="11049"/>
                </a:cubicBezTo>
                <a:cubicBezTo>
                  <a:pt x="17984" y="11049"/>
                  <a:pt x="20381" y="11799"/>
                  <a:pt x="22834" y="13321"/>
                </a:cubicBezTo>
                <a:cubicBezTo>
                  <a:pt x="27378" y="16107"/>
                  <a:pt x="31168" y="17834"/>
                  <a:pt x="35400" y="17834"/>
                </a:cubicBezTo>
                <a:cubicBezTo>
                  <a:pt x="37292" y="17834"/>
                  <a:pt x="39273" y="17489"/>
                  <a:pt x="41448" y="16739"/>
                </a:cubicBezTo>
                <a:cubicBezTo>
                  <a:pt x="46984" y="14714"/>
                  <a:pt x="52396" y="11441"/>
                  <a:pt x="58075" y="11441"/>
                </a:cubicBezTo>
                <a:cubicBezTo>
                  <a:pt x="58540" y="11441"/>
                  <a:pt x="59008" y="11463"/>
                  <a:pt x="59477" y="11509"/>
                </a:cubicBezTo>
                <a:cubicBezTo>
                  <a:pt x="65321" y="11977"/>
                  <a:pt x="70084" y="17704"/>
                  <a:pt x="75929" y="18084"/>
                </a:cubicBezTo>
                <a:cubicBezTo>
                  <a:pt x="76116" y="18094"/>
                  <a:pt x="76304" y="18099"/>
                  <a:pt x="76492" y="18099"/>
                </a:cubicBezTo>
                <a:cubicBezTo>
                  <a:pt x="84579" y="18099"/>
                  <a:pt x="93013" y="8627"/>
                  <a:pt x="101017" y="8627"/>
                </a:cubicBezTo>
                <a:cubicBezTo>
                  <a:pt x="103201" y="8627"/>
                  <a:pt x="105353" y="9332"/>
                  <a:pt x="107458" y="11129"/>
                </a:cubicBezTo>
                <a:cubicBezTo>
                  <a:pt x="107981" y="11562"/>
                  <a:pt x="108497" y="11752"/>
                  <a:pt x="108983" y="11752"/>
                </a:cubicBezTo>
                <a:cubicBezTo>
                  <a:pt x="111640" y="11752"/>
                  <a:pt x="113387" y="6079"/>
                  <a:pt x="110497" y="3707"/>
                </a:cubicBezTo>
                <a:cubicBezTo>
                  <a:pt x="107561" y="1122"/>
                  <a:pt x="104566" y="1"/>
                  <a:pt x="101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9FADA-DDC3-7A0D-B0B6-00FAC19AD2B3}"/>
              </a:ext>
            </a:extLst>
          </p:cNvPr>
          <p:cNvSpPr txBox="1"/>
          <p:nvPr/>
        </p:nvSpPr>
        <p:spPr>
          <a:xfrm>
            <a:off x="2036763" y="1048902"/>
            <a:ext cx="1987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0ACB18-E740-7A7C-D81E-F6BA5B2158D7}"/>
              </a:ext>
            </a:extLst>
          </p:cNvPr>
          <p:cNvSpPr txBox="1"/>
          <p:nvPr/>
        </p:nvSpPr>
        <p:spPr>
          <a:xfrm>
            <a:off x="5779859" y="1048902"/>
            <a:ext cx="1987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Storage choices</a:t>
            </a:r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F3B2A260-07FE-8093-668B-A07907ED140C}"/>
              </a:ext>
            </a:extLst>
          </p:cNvPr>
          <p:cNvGrpSpPr/>
          <p:nvPr/>
        </p:nvGrpSpPr>
        <p:grpSpPr>
          <a:xfrm>
            <a:off x="1798453" y="1113361"/>
            <a:ext cx="178858" cy="178858"/>
            <a:chOff x="0" y="0"/>
            <a:chExt cx="812800" cy="812800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1EEAE80-B49B-C635-DEBC-A0E112E63B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B0EFAF58-55A8-1047-5BA6-53CB4835E89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B79714AA-DCF1-D9BC-9F4D-9C443B061D42}"/>
              </a:ext>
            </a:extLst>
          </p:cNvPr>
          <p:cNvGrpSpPr/>
          <p:nvPr/>
        </p:nvGrpSpPr>
        <p:grpSpPr>
          <a:xfrm>
            <a:off x="5601001" y="1103868"/>
            <a:ext cx="178858" cy="178858"/>
            <a:chOff x="0" y="0"/>
            <a:chExt cx="812800" cy="812800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FB5CA88-EF63-AB11-EF31-842EA351D8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729FA20E-4EB0-52C7-EAAB-137A045141C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8249F7D-F68F-ADA5-1AD8-9E0C34E0A250}"/>
              </a:ext>
            </a:extLst>
          </p:cNvPr>
          <p:cNvSpPr txBox="1"/>
          <p:nvPr/>
        </p:nvSpPr>
        <p:spPr>
          <a:xfrm>
            <a:off x="982102" y="2038903"/>
            <a:ext cx="334645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/>
                </a:solidFill>
              </a:rPr>
              <a:t>Structured Data </a:t>
            </a:r>
            <a:r>
              <a:rPr lang="en-US" dirty="0"/>
              <a:t>– Databases (SQL-based) for tabular data (e.g., customer records, transactions).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Semi-Structured Data </a:t>
            </a:r>
            <a:r>
              <a:rPr lang="en-US" dirty="0"/>
              <a:t>– JSON, XML for logs, metadata, and API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Unstructured Data </a:t>
            </a:r>
            <a:r>
              <a:rPr lang="en-US" dirty="0"/>
              <a:t>– Small text files, images, or lightweight media storage.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6DFC07-64C1-D957-0A3C-D2083F76641C}"/>
              </a:ext>
            </a:extLst>
          </p:cNvPr>
          <p:cNvSpPr txBox="1"/>
          <p:nvPr/>
        </p:nvSpPr>
        <p:spPr>
          <a:xfrm>
            <a:off x="4981491" y="2008799"/>
            <a:ext cx="33464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SQL Databases</a:t>
            </a:r>
            <a:r>
              <a:rPr lang="en-US" dirty="0"/>
              <a:t> (Best for structured data) – MySQL, PostgreSQL (small, fast, reliable).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NoSQL Databases</a:t>
            </a:r>
            <a:r>
              <a:rPr lang="en-US" dirty="0"/>
              <a:t> (Best for semi-structured &amp; unstructured data) – MongoDB (JSON-based), SQLite (local, lightweight).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File Storage</a:t>
            </a:r>
            <a:r>
              <a:rPr lang="en-US" dirty="0"/>
              <a:t> (Best for unstructured data) – AWS S3, Google Drive, or simple local disk storage.</a:t>
            </a:r>
          </a:p>
        </p:txBody>
      </p:sp>
      <p:grpSp>
        <p:nvGrpSpPr>
          <p:cNvPr id="32" name="Group 19">
            <a:extLst>
              <a:ext uri="{FF2B5EF4-FFF2-40B4-BE49-F238E27FC236}">
                <a16:creationId xmlns:a16="http://schemas.microsoft.com/office/drawing/2014/main" id="{45D8D3F4-4306-0169-F267-ECC0925647ED}"/>
              </a:ext>
            </a:extLst>
          </p:cNvPr>
          <p:cNvGrpSpPr/>
          <p:nvPr/>
        </p:nvGrpSpPr>
        <p:grpSpPr>
          <a:xfrm>
            <a:off x="-276822" y="-352624"/>
            <a:ext cx="1127722" cy="1127722"/>
            <a:chOff x="0" y="0"/>
            <a:chExt cx="812800" cy="812800"/>
          </a:xfrm>
        </p:grpSpPr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B7260AC6-A784-05D9-13BC-BD9D18FC1F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21">
              <a:extLst>
                <a:ext uri="{FF2B5EF4-FFF2-40B4-BE49-F238E27FC236}">
                  <a16:creationId xmlns:a16="http://schemas.microsoft.com/office/drawing/2014/main" id="{E39F8BD5-7DEB-B9AD-1200-759C716CD2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10393232-89E7-140A-8723-7BB93FB47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9;p54">
            <a:extLst>
              <a:ext uri="{FF2B5EF4-FFF2-40B4-BE49-F238E27FC236}">
                <a16:creationId xmlns:a16="http://schemas.microsoft.com/office/drawing/2014/main" id="{7B1ECAD0-6F8A-709D-2A44-F7589366553B}"/>
              </a:ext>
            </a:extLst>
          </p:cNvPr>
          <p:cNvSpPr/>
          <p:nvPr/>
        </p:nvSpPr>
        <p:spPr>
          <a:xfrm>
            <a:off x="0" y="-130241"/>
            <a:ext cx="426504" cy="525492"/>
          </a:xfrm>
          <a:custGeom>
            <a:avLst/>
            <a:gdLst/>
            <a:ahLst/>
            <a:cxnLst/>
            <a:rect l="l" t="t" r="r" b="b"/>
            <a:pathLst>
              <a:path w="19725" h="24303" extrusionOk="0">
                <a:moveTo>
                  <a:pt x="13351" y="0"/>
                </a:moveTo>
                <a:cubicBezTo>
                  <a:pt x="12948" y="0"/>
                  <a:pt x="12556" y="32"/>
                  <a:pt x="12186" y="95"/>
                </a:cubicBezTo>
                <a:cubicBezTo>
                  <a:pt x="8533" y="708"/>
                  <a:pt x="4734" y="3484"/>
                  <a:pt x="2806" y="6669"/>
                </a:cubicBezTo>
                <a:cubicBezTo>
                  <a:pt x="614" y="9942"/>
                  <a:pt x="1" y="14208"/>
                  <a:pt x="1579" y="17861"/>
                </a:cubicBezTo>
                <a:cubicBezTo>
                  <a:pt x="3060" y="21460"/>
                  <a:pt x="7356" y="24302"/>
                  <a:pt x="11372" y="24302"/>
                </a:cubicBezTo>
                <a:cubicBezTo>
                  <a:pt x="13615" y="24302"/>
                  <a:pt x="15771" y="23416"/>
                  <a:pt x="17299" y="21279"/>
                </a:cubicBezTo>
                <a:cubicBezTo>
                  <a:pt x="19725" y="17861"/>
                  <a:pt x="13150" y="14939"/>
                  <a:pt x="11572" y="12864"/>
                </a:cubicBezTo>
                <a:cubicBezTo>
                  <a:pt x="9614" y="10556"/>
                  <a:pt x="12916" y="9328"/>
                  <a:pt x="14728" y="8978"/>
                </a:cubicBezTo>
                <a:cubicBezTo>
                  <a:pt x="16686" y="8481"/>
                  <a:pt x="18760" y="8247"/>
                  <a:pt x="19345" y="5939"/>
                </a:cubicBezTo>
                <a:cubicBezTo>
                  <a:pt x="19491" y="5442"/>
                  <a:pt x="19608" y="4945"/>
                  <a:pt x="19608" y="4478"/>
                </a:cubicBezTo>
                <a:cubicBezTo>
                  <a:pt x="19378" y="1493"/>
                  <a:pt x="16119" y="0"/>
                  <a:pt x="133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15;p54">
            <a:extLst>
              <a:ext uri="{FF2B5EF4-FFF2-40B4-BE49-F238E27FC236}">
                <a16:creationId xmlns:a16="http://schemas.microsoft.com/office/drawing/2014/main" id="{246D7995-F29A-630A-3471-929D4DF0767A}"/>
              </a:ext>
            </a:extLst>
          </p:cNvPr>
          <p:cNvSpPr/>
          <p:nvPr/>
        </p:nvSpPr>
        <p:spPr>
          <a:xfrm rot="9337978">
            <a:off x="683491" y="80107"/>
            <a:ext cx="1079207" cy="275759"/>
          </a:xfrm>
          <a:custGeom>
            <a:avLst/>
            <a:gdLst/>
            <a:ahLst/>
            <a:cxnLst/>
            <a:rect l="l" t="t" r="r" b="b"/>
            <a:pathLst>
              <a:path w="49910" h="12753" extrusionOk="0">
                <a:moveTo>
                  <a:pt x="45588" y="0"/>
                </a:moveTo>
                <a:cubicBezTo>
                  <a:pt x="45330" y="0"/>
                  <a:pt x="45066" y="20"/>
                  <a:pt x="44796" y="61"/>
                </a:cubicBezTo>
                <a:cubicBezTo>
                  <a:pt x="42605" y="441"/>
                  <a:pt x="40413" y="908"/>
                  <a:pt x="38222" y="1405"/>
                </a:cubicBezTo>
                <a:cubicBezTo>
                  <a:pt x="30120" y="3198"/>
                  <a:pt x="22017" y="4928"/>
                  <a:pt x="13774" y="4928"/>
                </a:cubicBezTo>
                <a:cubicBezTo>
                  <a:pt x="10868" y="4928"/>
                  <a:pt x="7945" y="4713"/>
                  <a:pt x="4998" y="4210"/>
                </a:cubicBezTo>
                <a:cubicBezTo>
                  <a:pt x="4706" y="4167"/>
                  <a:pt x="4425" y="4146"/>
                  <a:pt x="4157" y="4146"/>
                </a:cubicBezTo>
                <a:cubicBezTo>
                  <a:pt x="2059" y="4146"/>
                  <a:pt x="688" y="5423"/>
                  <a:pt x="351" y="7366"/>
                </a:cubicBezTo>
                <a:cubicBezTo>
                  <a:pt x="1" y="9441"/>
                  <a:pt x="1345" y="11252"/>
                  <a:pt x="4267" y="11983"/>
                </a:cubicBezTo>
                <a:cubicBezTo>
                  <a:pt x="4501" y="11983"/>
                  <a:pt x="4998" y="12129"/>
                  <a:pt x="5582" y="12246"/>
                </a:cubicBezTo>
                <a:cubicBezTo>
                  <a:pt x="8298" y="12597"/>
                  <a:pt x="10994" y="12753"/>
                  <a:pt x="13675" y="12753"/>
                </a:cubicBezTo>
                <a:cubicBezTo>
                  <a:pt x="24837" y="12753"/>
                  <a:pt x="35728" y="10051"/>
                  <a:pt x="46637" y="7483"/>
                </a:cubicBezTo>
                <a:cubicBezTo>
                  <a:pt x="48829" y="7015"/>
                  <a:pt x="49910" y="4941"/>
                  <a:pt x="49413" y="2866"/>
                </a:cubicBezTo>
                <a:cubicBezTo>
                  <a:pt x="49103" y="1137"/>
                  <a:pt x="47540" y="0"/>
                  <a:pt x="455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317;p54">
            <a:extLst>
              <a:ext uri="{FF2B5EF4-FFF2-40B4-BE49-F238E27FC236}">
                <a16:creationId xmlns:a16="http://schemas.microsoft.com/office/drawing/2014/main" id="{1FFCBF34-68F9-3A8B-57DE-928D07D0D9EF}"/>
              </a:ext>
            </a:extLst>
          </p:cNvPr>
          <p:cNvSpPr/>
          <p:nvPr/>
        </p:nvSpPr>
        <p:spPr>
          <a:xfrm>
            <a:off x="168710" y="566214"/>
            <a:ext cx="515588" cy="415541"/>
          </a:xfrm>
          <a:custGeom>
            <a:avLst/>
            <a:gdLst/>
            <a:ahLst/>
            <a:cxnLst/>
            <a:rect l="l" t="t" r="r" b="b"/>
            <a:pathLst>
              <a:path w="23845" h="19218" extrusionOk="0">
                <a:moveTo>
                  <a:pt x="4517" y="0"/>
                </a:moveTo>
                <a:cubicBezTo>
                  <a:pt x="3914" y="0"/>
                  <a:pt x="3327" y="138"/>
                  <a:pt x="2777" y="414"/>
                </a:cubicBezTo>
                <a:cubicBezTo>
                  <a:pt x="848" y="1758"/>
                  <a:pt x="1" y="3832"/>
                  <a:pt x="965" y="5761"/>
                </a:cubicBezTo>
                <a:cubicBezTo>
                  <a:pt x="1578" y="6988"/>
                  <a:pt x="2543" y="8332"/>
                  <a:pt x="3653" y="9180"/>
                </a:cubicBezTo>
                <a:cubicBezTo>
                  <a:pt x="7540" y="12219"/>
                  <a:pt x="11426" y="15141"/>
                  <a:pt x="15458" y="17946"/>
                </a:cubicBezTo>
                <a:cubicBezTo>
                  <a:pt x="16694" y="18808"/>
                  <a:pt x="17902" y="19217"/>
                  <a:pt x="18991" y="19217"/>
                </a:cubicBezTo>
                <a:cubicBezTo>
                  <a:pt x="20374" y="19217"/>
                  <a:pt x="21566" y="18558"/>
                  <a:pt x="22384" y="17332"/>
                </a:cubicBezTo>
                <a:cubicBezTo>
                  <a:pt x="23845" y="15141"/>
                  <a:pt x="22997" y="12949"/>
                  <a:pt x="20192" y="10875"/>
                </a:cubicBezTo>
                <a:cubicBezTo>
                  <a:pt x="15926" y="7719"/>
                  <a:pt x="11689" y="4417"/>
                  <a:pt x="7540" y="1144"/>
                </a:cubicBezTo>
                <a:cubicBezTo>
                  <a:pt x="6556" y="379"/>
                  <a:pt x="5516" y="0"/>
                  <a:pt x="45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B9A834-1644-6B17-6114-B225531B40BF}"/>
              </a:ext>
            </a:extLst>
          </p:cNvPr>
          <p:cNvSpPr txBox="1"/>
          <p:nvPr/>
        </p:nvSpPr>
        <p:spPr>
          <a:xfrm>
            <a:off x="2197100" y="250764"/>
            <a:ext cx="7004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nton" pitchFamily="2" charset="0"/>
              </a:rPr>
              <a:t>Typical Small Data Pipeline Architecture</a:t>
            </a:r>
          </a:p>
        </p:txBody>
      </p:sp>
      <p:pic>
        <p:nvPicPr>
          <p:cNvPr id="6146" name="Picture 2" descr="Architecture - Free art and design icons">
            <a:extLst>
              <a:ext uri="{FF2B5EF4-FFF2-40B4-BE49-F238E27FC236}">
                <a16:creationId xmlns:a16="http://schemas.microsoft.com/office/drawing/2014/main" id="{6C8833A1-5284-7375-EFC4-2E575D1A1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627" y="198581"/>
            <a:ext cx="627586" cy="62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B9F314-9C6B-CA51-C839-71A81BE313F0}"/>
              </a:ext>
            </a:extLst>
          </p:cNvPr>
          <p:cNvCxnSpPr>
            <a:cxnSpLocks/>
          </p:cNvCxnSpPr>
          <p:nvPr/>
        </p:nvCxnSpPr>
        <p:spPr>
          <a:xfrm flipV="1">
            <a:off x="2570999" y="2639229"/>
            <a:ext cx="18816336" cy="58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A69ABB1-598B-9C1E-9420-290763F20DB8}"/>
              </a:ext>
            </a:extLst>
          </p:cNvPr>
          <p:cNvSpPr txBox="1"/>
          <p:nvPr/>
        </p:nvSpPr>
        <p:spPr>
          <a:xfrm>
            <a:off x="1566948" y="1649619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1: </a:t>
            </a:r>
          </a:p>
          <a:p>
            <a:pPr algn="ctr"/>
            <a:r>
              <a:rPr lang="en-US" b="1" dirty="0">
                <a:solidFill>
                  <a:schemeClr val="bg2"/>
                </a:solidFill>
              </a:rPr>
              <a:t>Data Ingestion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46405AB-134E-EF0D-C900-7D91261C6935}"/>
              </a:ext>
            </a:extLst>
          </p:cNvPr>
          <p:cNvCxnSpPr>
            <a:cxnSpLocks/>
          </p:cNvCxnSpPr>
          <p:nvPr/>
        </p:nvCxnSpPr>
        <p:spPr>
          <a:xfrm>
            <a:off x="2570999" y="2310140"/>
            <a:ext cx="0" cy="79782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9292FB1-66E3-7DB5-8E29-32795CDC8E75}"/>
              </a:ext>
            </a:extLst>
          </p:cNvPr>
          <p:cNvSpPr txBox="1"/>
          <p:nvPr/>
        </p:nvSpPr>
        <p:spPr>
          <a:xfrm>
            <a:off x="741449" y="3233443"/>
            <a:ext cx="3830551" cy="1293971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Sources:</a:t>
            </a:r>
            <a:r>
              <a:rPr lang="en-US"/>
              <a:t> Web apps, IoT devices, APIs, manual uploads.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Tools:</a:t>
            </a:r>
            <a:r>
              <a:rPr lang="en-US"/>
              <a:t> CSV uploads, API integration, lightweight ETL tools (e.g., Apache NiFi, Pandas).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D9CF8B-B6B2-0300-CB5C-4EF1A34428A1}"/>
              </a:ext>
            </a:extLst>
          </p:cNvPr>
          <p:cNvSpPr txBox="1"/>
          <p:nvPr/>
        </p:nvSpPr>
        <p:spPr>
          <a:xfrm>
            <a:off x="5107074" y="1161455"/>
            <a:ext cx="3830550" cy="10556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&amp; Formatting – Removing duplicates, handling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Tools: Python (Pandas, NumPy), SQL queries, lightweight ETL scripts.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74927AB-31FE-D358-75A8-E01384A6699D}"/>
              </a:ext>
            </a:extLst>
          </p:cNvPr>
          <p:cNvCxnSpPr>
            <a:cxnSpLocks/>
          </p:cNvCxnSpPr>
          <p:nvPr/>
        </p:nvCxnSpPr>
        <p:spPr>
          <a:xfrm>
            <a:off x="7022349" y="2298700"/>
            <a:ext cx="0" cy="7978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B8C76FF-851D-5294-0D3E-5E9B23E992FE}"/>
              </a:ext>
            </a:extLst>
          </p:cNvPr>
          <p:cNvSpPr txBox="1"/>
          <p:nvPr/>
        </p:nvSpPr>
        <p:spPr>
          <a:xfrm>
            <a:off x="6018298" y="3334423"/>
            <a:ext cx="20081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2: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Processing &amp; Transformation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70B23A-DF48-2B4C-4909-FDD65E92039A}"/>
              </a:ext>
            </a:extLst>
          </p:cNvPr>
          <p:cNvSpPr txBox="1"/>
          <p:nvPr/>
        </p:nvSpPr>
        <p:spPr>
          <a:xfrm>
            <a:off x="10383922" y="1649619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3: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</a:rPr>
              <a:t>Storage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794FC0-2C95-8AC6-4E71-38C3D6C2B99B}"/>
              </a:ext>
            </a:extLst>
          </p:cNvPr>
          <p:cNvSpPr txBox="1"/>
          <p:nvPr/>
        </p:nvSpPr>
        <p:spPr>
          <a:xfrm>
            <a:off x="9472698" y="3233443"/>
            <a:ext cx="3830551" cy="12939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structured data</a:t>
            </a:r>
            <a:r>
              <a:rPr lang="en-US" dirty="0"/>
              <a:t>: MySQL, SQLite.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semi-structured data</a:t>
            </a:r>
            <a:r>
              <a:rPr lang="en-US" dirty="0"/>
              <a:t>: MongoDB, Firebase.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unstructured data</a:t>
            </a:r>
            <a:r>
              <a:rPr lang="en-US" dirty="0"/>
              <a:t>: Cloud storage, local file systems.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15318F4-BC61-C582-F816-C895BEE2A0A8}"/>
              </a:ext>
            </a:extLst>
          </p:cNvPr>
          <p:cNvCxnSpPr>
            <a:cxnSpLocks/>
          </p:cNvCxnSpPr>
          <p:nvPr/>
        </p:nvCxnSpPr>
        <p:spPr>
          <a:xfrm>
            <a:off x="11387973" y="2298700"/>
            <a:ext cx="0" cy="79782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D84B24-49B1-294E-986C-AE30ACD9461D}"/>
              </a:ext>
            </a:extLst>
          </p:cNvPr>
          <p:cNvCxnSpPr>
            <a:cxnSpLocks/>
          </p:cNvCxnSpPr>
          <p:nvPr/>
        </p:nvCxnSpPr>
        <p:spPr>
          <a:xfrm>
            <a:off x="15881367" y="2310140"/>
            <a:ext cx="0" cy="7978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6F6975F-BEDF-2542-011A-ACFEA4E99A09}"/>
              </a:ext>
            </a:extLst>
          </p:cNvPr>
          <p:cNvSpPr txBox="1"/>
          <p:nvPr/>
        </p:nvSpPr>
        <p:spPr>
          <a:xfrm>
            <a:off x="13966091" y="1297592"/>
            <a:ext cx="3830551" cy="817245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7CB327-1CAB-4C46-F0DF-8DD1745C2378}"/>
              </a:ext>
            </a:extLst>
          </p:cNvPr>
          <p:cNvSpPr txBox="1"/>
          <p:nvPr/>
        </p:nvSpPr>
        <p:spPr>
          <a:xfrm>
            <a:off x="14877315" y="3291825"/>
            <a:ext cx="2008102" cy="817245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4: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Analysis &amp; Visualizations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A0FA8C-9BF9-F689-D539-3692FF532C22}"/>
              </a:ext>
            </a:extLst>
          </p:cNvPr>
          <p:cNvSpPr txBox="1"/>
          <p:nvPr/>
        </p:nvSpPr>
        <p:spPr>
          <a:xfrm>
            <a:off x="19253284" y="1549019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5: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Outputs &amp; Delivery</a:t>
            </a:r>
          </a:p>
        </p:txBody>
      </p:sp>
      <p:sp>
        <p:nvSpPr>
          <p:cNvPr id="6144" name="TextBox 6143">
            <a:extLst>
              <a:ext uri="{FF2B5EF4-FFF2-40B4-BE49-F238E27FC236}">
                <a16:creationId xmlns:a16="http://schemas.microsoft.com/office/drawing/2014/main" id="{0645BFA4-3EC9-3AFB-C922-5B222183D089}"/>
              </a:ext>
            </a:extLst>
          </p:cNvPr>
          <p:cNvSpPr txBox="1"/>
          <p:nvPr/>
        </p:nvSpPr>
        <p:spPr>
          <a:xfrm>
            <a:off x="18363232" y="3189599"/>
            <a:ext cx="3830551" cy="817245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cxnSp>
        <p:nvCxnSpPr>
          <p:cNvPr id="6145" name="Straight Connector 6144">
            <a:extLst>
              <a:ext uri="{FF2B5EF4-FFF2-40B4-BE49-F238E27FC236}">
                <a16:creationId xmlns:a16="http://schemas.microsoft.com/office/drawing/2014/main" id="{8CD4566F-6027-5241-9564-ABDD50BD7DFB}"/>
              </a:ext>
            </a:extLst>
          </p:cNvPr>
          <p:cNvCxnSpPr>
            <a:cxnSpLocks/>
          </p:cNvCxnSpPr>
          <p:nvPr/>
        </p:nvCxnSpPr>
        <p:spPr>
          <a:xfrm>
            <a:off x="20257335" y="2262947"/>
            <a:ext cx="0" cy="79782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148" name="Picture 6147" descr="A dog with its paws up&#10;&#10;AI-generated content may be incorrect.">
            <a:extLst>
              <a:ext uri="{FF2B5EF4-FFF2-40B4-BE49-F238E27FC236}">
                <a16:creationId xmlns:a16="http://schemas.microsoft.com/office/drawing/2014/main" id="{5C1312D4-21EE-C4EA-30FF-70F42532B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706" y="2315444"/>
            <a:ext cx="473814" cy="473814"/>
          </a:xfrm>
          <a:prstGeom prst="rect">
            <a:avLst/>
          </a:prstGeom>
        </p:spPr>
      </p:pic>
      <p:pic>
        <p:nvPicPr>
          <p:cNvPr id="6150" name="Picture 6" descr="Among us player red - Sport &amp; Games Icons">
            <a:extLst>
              <a:ext uri="{FF2B5EF4-FFF2-40B4-BE49-F238E27FC236}">
                <a16:creationId xmlns:a16="http://schemas.microsoft.com/office/drawing/2014/main" id="{BE4E47D4-F1FF-D815-20B5-7BDC5536F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581" y="2348159"/>
            <a:ext cx="406124" cy="36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11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DB0BDDF7-B483-22E9-7981-37EC1AD8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9;p54">
            <a:extLst>
              <a:ext uri="{FF2B5EF4-FFF2-40B4-BE49-F238E27FC236}">
                <a16:creationId xmlns:a16="http://schemas.microsoft.com/office/drawing/2014/main" id="{4CA98AE5-FE9A-D581-CA5E-A25FD0109B6A}"/>
              </a:ext>
            </a:extLst>
          </p:cNvPr>
          <p:cNvSpPr/>
          <p:nvPr/>
        </p:nvSpPr>
        <p:spPr>
          <a:xfrm>
            <a:off x="0" y="-130241"/>
            <a:ext cx="426504" cy="525492"/>
          </a:xfrm>
          <a:custGeom>
            <a:avLst/>
            <a:gdLst/>
            <a:ahLst/>
            <a:cxnLst/>
            <a:rect l="l" t="t" r="r" b="b"/>
            <a:pathLst>
              <a:path w="19725" h="24303" extrusionOk="0">
                <a:moveTo>
                  <a:pt x="13351" y="0"/>
                </a:moveTo>
                <a:cubicBezTo>
                  <a:pt x="12948" y="0"/>
                  <a:pt x="12556" y="32"/>
                  <a:pt x="12186" y="95"/>
                </a:cubicBezTo>
                <a:cubicBezTo>
                  <a:pt x="8533" y="708"/>
                  <a:pt x="4734" y="3484"/>
                  <a:pt x="2806" y="6669"/>
                </a:cubicBezTo>
                <a:cubicBezTo>
                  <a:pt x="614" y="9942"/>
                  <a:pt x="1" y="14208"/>
                  <a:pt x="1579" y="17861"/>
                </a:cubicBezTo>
                <a:cubicBezTo>
                  <a:pt x="3060" y="21460"/>
                  <a:pt x="7356" y="24302"/>
                  <a:pt x="11372" y="24302"/>
                </a:cubicBezTo>
                <a:cubicBezTo>
                  <a:pt x="13615" y="24302"/>
                  <a:pt x="15771" y="23416"/>
                  <a:pt x="17299" y="21279"/>
                </a:cubicBezTo>
                <a:cubicBezTo>
                  <a:pt x="19725" y="17861"/>
                  <a:pt x="13150" y="14939"/>
                  <a:pt x="11572" y="12864"/>
                </a:cubicBezTo>
                <a:cubicBezTo>
                  <a:pt x="9614" y="10556"/>
                  <a:pt x="12916" y="9328"/>
                  <a:pt x="14728" y="8978"/>
                </a:cubicBezTo>
                <a:cubicBezTo>
                  <a:pt x="16686" y="8481"/>
                  <a:pt x="18760" y="8247"/>
                  <a:pt x="19345" y="5939"/>
                </a:cubicBezTo>
                <a:cubicBezTo>
                  <a:pt x="19491" y="5442"/>
                  <a:pt x="19608" y="4945"/>
                  <a:pt x="19608" y="4478"/>
                </a:cubicBezTo>
                <a:cubicBezTo>
                  <a:pt x="19378" y="1493"/>
                  <a:pt x="16119" y="0"/>
                  <a:pt x="133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15;p54">
            <a:extLst>
              <a:ext uri="{FF2B5EF4-FFF2-40B4-BE49-F238E27FC236}">
                <a16:creationId xmlns:a16="http://schemas.microsoft.com/office/drawing/2014/main" id="{3EEE8B46-A852-257B-A502-C6B1C163CEF8}"/>
              </a:ext>
            </a:extLst>
          </p:cNvPr>
          <p:cNvSpPr/>
          <p:nvPr/>
        </p:nvSpPr>
        <p:spPr>
          <a:xfrm rot="9337978">
            <a:off x="683491" y="80107"/>
            <a:ext cx="1079207" cy="275759"/>
          </a:xfrm>
          <a:custGeom>
            <a:avLst/>
            <a:gdLst/>
            <a:ahLst/>
            <a:cxnLst/>
            <a:rect l="l" t="t" r="r" b="b"/>
            <a:pathLst>
              <a:path w="49910" h="12753" extrusionOk="0">
                <a:moveTo>
                  <a:pt x="45588" y="0"/>
                </a:moveTo>
                <a:cubicBezTo>
                  <a:pt x="45330" y="0"/>
                  <a:pt x="45066" y="20"/>
                  <a:pt x="44796" y="61"/>
                </a:cubicBezTo>
                <a:cubicBezTo>
                  <a:pt x="42605" y="441"/>
                  <a:pt x="40413" y="908"/>
                  <a:pt x="38222" y="1405"/>
                </a:cubicBezTo>
                <a:cubicBezTo>
                  <a:pt x="30120" y="3198"/>
                  <a:pt x="22017" y="4928"/>
                  <a:pt x="13774" y="4928"/>
                </a:cubicBezTo>
                <a:cubicBezTo>
                  <a:pt x="10868" y="4928"/>
                  <a:pt x="7945" y="4713"/>
                  <a:pt x="4998" y="4210"/>
                </a:cubicBezTo>
                <a:cubicBezTo>
                  <a:pt x="4706" y="4167"/>
                  <a:pt x="4425" y="4146"/>
                  <a:pt x="4157" y="4146"/>
                </a:cubicBezTo>
                <a:cubicBezTo>
                  <a:pt x="2059" y="4146"/>
                  <a:pt x="688" y="5423"/>
                  <a:pt x="351" y="7366"/>
                </a:cubicBezTo>
                <a:cubicBezTo>
                  <a:pt x="1" y="9441"/>
                  <a:pt x="1345" y="11252"/>
                  <a:pt x="4267" y="11983"/>
                </a:cubicBezTo>
                <a:cubicBezTo>
                  <a:pt x="4501" y="11983"/>
                  <a:pt x="4998" y="12129"/>
                  <a:pt x="5582" y="12246"/>
                </a:cubicBezTo>
                <a:cubicBezTo>
                  <a:pt x="8298" y="12597"/>
                  <a:pt x="10994" y="12753"/>
                  <a:pt x="13675" y="12753"/>
                </a:cubicBezTo>
                <a:cubicBezTo>
                  <a:pt x="24837" y="12753"/>
                  <a:pt x="35728" y="10051"/>
                  <a:pt x="46637" y="7483"/>
                </a:cubicBezTo>
                <a:cubicBezTo>
                  <a:pt x="48829" y="7015"/>
                  <a:pt x="49910" y="4941"/>
                  <a:pt x="49413" y="2866"/>
                </a:cubicBezTo>
                <a:cubicBezTo>
                  <a:pt x="49103" y="1137"/>
                  <a:pt x="47540" y="0"/>
                  <a:pt x="455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317;p54">
            <a:extLst>
              <a:ext uri="{FF2B5EF4-FFF2-40B4-BE49-F238E27FC236}">
                <a16:creationId xmlns:a16="http://schemas.microsoft.com/office/drawing/2014/main" id="{876E61B4-03CB-1FC4-482D-0F8A477043D4}"/>
              </a:ext>
            </a:extLst>
          </p:cNvPr>
          <p:cNvSpPr/>
          <p:nvPr/>
        </p:nvSpPr>
        <p:spPr>
          <a:xfrm>
            <a:off x="168710" y="566214"/>
            <a:ext cx="515588" cy="415541"/>
          </a:xfrm>
          <a:custGeom>
            <a:avLst/>
            <a:gdLst/>
            <a:ahLst/>
            <a:cxnLst/>
            <a:rect l="l" t="t" r="r" b="b"/>
            <a:pathLst>
              <a:path w="23845" h="19218" extrusionOk="0">
                <a:moveTo>
                  <a:pt x="4517" y="0"/>
                </a:moveTo>
                <a:cubicBezTo>
                  <a:pt x="3914" y="0"/>
                  <a:pt x="3327" y="138"/>
                  <a:pt x="2777" y="414"/>
                </a:cubicBezTo>
                <a:cubicBezTo>
                  <a:pt x="848" y="1758"/>
                  <a:pt x="1" y="3832"/>
                  <a:pt x="965" y="5761"/>
                </a:cubicBezTo>
                <a:cubicBezTo>
                  <a:pt x="1578" y="6988"/>
                  <a:pt x="2543" y="8332"/>
                  <a:pt x="3653" y="9180"/>
                </a:cubicBezTo>
                <a:cubicBezTo>
                  <a:pt x="7540" y="12219"/>
                  <a:pt x="11426" y="15141"/>
                  <a:pt x="15458" y="17946"/>
                </a:cubicBezTo>
                <a:cubicBezTo>
                  <a:pt x="16694" y="18808"/>
                  <a:pt x="17902" y="19217"/>
                  <a:pt x="18991" y="19217"/>
                </a:cubicBezTo>
                <a:cubicBezTo>
                  <a:pt x="20374" y="19217"/>
                  <a:pt x="21566" y="18558"/>
                  <a:pt x="22384" y="17332"/>
                </a:cubicBezTo>
                <a:cubicBezTo>
                  <a:pt x="23845" y="15141"/>
                  <a:pt x="22997" y="12949"/>
                  <a:pt x="20192" y="10875"/>
                </a:cubicBezTo>
                <a:cubicBezTo>
                  <a:pt x="15926" y="7719"/>
                  <a:pt x="11689" y="4417"/>
                  <a:pt x="7540" y="1144"/>
                </a:cubicBezTo>
                <a:cubicBezTo>
                  <a:pt x="6556" y="379"/>
                  <a:pt x="5516" y="0"/>
                  <a:pt x="45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2337EB-C2EA-8199-B25F-B28D3C62A079}"/>
              </a:ext>
            </a:extLst>
          </p:cNvPr>
          <p:cNvSpPr txBox="1"/>
          <p:nvPr/>
        </p:nvSpPr>
        <p:spPr>
          <a:xfrm>
            <a:off x="2197100" y="250764"/>
            <a:ext cx="7004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nton" pitchFamily="2" charset="0"/>
              </a:rPr>
              <a:t>Typical Small Data Pipeline Architecture</a:t>
            </a:r>
          </a:p>
        </p:txBody>
      </p:sp>
      <p:pic>
        <p:nvPicPr>
          <p:cNvPr id="6146" name="Picture 2" descr="Architecture - Free art and design icons">
            <a:extLst>
              <a:ext uri="{FF2B5EF4-FFF2-40B4-BE49-F238E27FC236}">
                <a16:creationId xmlns:a16="http://schemas.microsoft.com/office/drawing/2014/main" id="{DB18F188-535B-399F-96E5-990C9582B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627" y="198581"/>
            <a:ext cx="627586" cy="62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B31B2B3-0EDA-EA55-C900-48BCFDF484E4}"/>
              </a:ext>
            </a:extLst>
          </p:cNvPr>
          <p:cNvCxnSpPr>
            <a:cxnSpLocks/>
          </p:cNvCxnSpPr>
          <p:nvPr/>
        </p:nvCxnSpPr>
        <p:spPr>
          <a:xfrm flipV="1">
            <a:off x="-2044037" y="2740443"/>
            <a:ext cx="18816336" cy="58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FF6C810-A84A-0A0D-41D3-4E9AB480AD8A}"/>
              </a:ext>
            </a:extLst>
          </p:cNvPr>
          <p:cNvSpPr txBox="1"/>
          <p:nvPr/>
        </p:nvSpPr>
        <p:spPr>
          <a:xfrm>
            <a:off x="-3048088" y="1750833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1: </a:t>
            </a:r>
          </a:p>
          <a:p>
            <a:pPr algn="ctr"/>
            <a:r>
              <a:rPr lang="en-US" b="1" dirty="0">
                <a:solidFill>
                  <a:schemeClr val="bg2"/>
                </a:solidFill>
              </a:rPr>
              <a:t>Data Ingestion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95D1B29-B658-C086-7F2F-6AE10454F366}"/>
              </a:ext>
            </a:extLst>
          </p:cNvPr>
          <p:cNvCxnSpPr>
            <a:cxnSpLocks/>
          </p:cNvCxnSpPr>
          <p:nvPr/>
        </p:nvCxnSpPr>
        <p:spPr>
          <a:xfrm>
            <a:off x="-2044037" y="2411354"/>
            <a:ext cx="0" cy="79782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4597EA6-6F2A-9163-9F20-C76BAE488A09}"/>
              </a:ext>
            </a:extLst>
          </p:cNvPr>
          <p:cNvSpPr txBox="1"/>
          <p:nvPr/>
        </p:nvSpPr>
        <p:spPr>
          <a:xfrm>
            <a:off x="-3873587" y="3334657"/>
            <a:ext cx="3830551" cy="1293971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Sources:</a:t>
            </a:r>
            <a:r>
              <a:rPr lang="en-US"/>
              <a:t> Web apps, IoT devices, APIs, manual uploads.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Tools:</a:t>
            </a:r>
            <a:r>
              <a:rPr lang="en-US"/>
              <a:t> CSV uploads, API integration, lightweight ETL tools (e.g., Apache NiFi, Pandas).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39DBA4-2871-1BCB-A0D2-DF31610D1D44}"/>
              </a:ext>
            </a:extLst>
          </p:cNvPr>
          <p:cNvSpPr txBox="1"/>
          <p:nvPr/>
        </p:nvSpPr>
        <p:spPr>
          <a:xfrm>
            <a:off x="492038" y="1262669"/>
            <a:ext cx="3830550" cy="10556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&amp; Formatting – Removing duplicates, handling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Tools: Python (Pandas, NumPy), SQL queries, lightweight ETL scripts.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B5DBCB-F29A-01B4-2A12-974E82558D65}"/>
              </a:ext>
            </a:extLst>
          </p:cNvPr>
          <p:cNvCxnSpPr>
            <a:cxnSpLocks/>
          </p:cNvCxnSpPr>
          <p:nvPr/>
        </p:nvCxnSpPr>
        <p:spPr>
          <a:xfrm>
            <a:off x="2407313" y="2399914"/>
            <a:ext cx="0" cy="7978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264C17D-856B-ABFF-13CF-F9EF9EBE76AD}"/>
              </a:ext>
            </a:extLst>
          </p:cNvPr>
          <p:cNvSpPr txBox="1"/>
          <p:nvPr/>
        </p:nvSpPr>
        <p:spPr>
          <a:xfrm>
            <a:off x="1403262" y="3435637"/>
            <a:ext cx="20081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2: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Processing &amp; Transformation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65187C-49EC-78B7-F1F8-6082332D0BCB}"/>
              </a:ext>
            </a:extLst>
          </p:cNvPr>
          <p:cNvSpPr txBox="1"/>
          <p:nvPr/>
        </p:nvSpPr>
        <p:spPr>
          <a:xfrm>
            <a:off x="5768886" y="1750833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3: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</a:rPr>
              <a:t>Storage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8A727B-AADA-3158-83AE-F1CE8FB2AA30}"/>
              </a:ext>
            </a:extLst>
          </p:cNvPr>
          <p:cNvSpPr txBox="1"/>
          <p:nvPr/>
        </p:nvSpPr>
        <p:spPr>
          <a:xfrm>
            <a:off x="4857662" y="3334657"/>
            <a:ext cx="3830551" cy="12939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structured data</a:t>
            </a:r>
            <a:r>
              <a:rPr lang="en-US" dirty="0"/>
              <a:t>: MySQL, SQLite.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semi-structured data</a:t>
            </a:r>
            <a:r>
              <a:rPr lang="en-US" dirty="0"/>
              <a:t>: MongoDB, Firebase.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unstructured data</a:t>
            </a:r>
            <a:r>
              <a:rPr lang="en-US" dirty="0"/>
              <a:t>: Cloud storage, local file systems.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9BC2DC4-2A0F-912A-5ADB-FB1D81172BE3}"/>
              </a:ext>
            </a:extLst>
          </p:cNvPr>
          <p:cNvCxnSpPr>
            <a:cxnSpLocks/>
          </p:cNvCxnSpPr>
          <p:nvPr/>
        </p:nvCxnSpPr>
        <p:spPr>
          <a:xfrm>
            <a:off x="6772937" y="2399914"/>
            <a:ext cx="0" cy="79782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A6EA172-088D-32D0-7483-411E12493F86}"/>
              </a:ext>
            </a:extLst>
          </p:cNvPr>
          <p:cNvCxnSpPr>
            <a:cxnSpLocks/>
          </p:cNvCxnSpPr>
          <p:nvPr/>
        </p:nvCxnSpPr>
        <p:spPr>
          <a:xfrm>
            <a:off x="11266331" y="2411354"/>
            <a:ext cx="0" cy="7978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1CE855D-880D-3660-C0B2-13F205E6CD52}"/>
              </a:ext>
            </a:extLst>
          </p:cNvPr>
          <p:cNvSpPr txBox="1"/>
          <p:nvPr/>
        </p:nvSpPr>
        <p:spPr>
          <a:xfrm>
            <a:off x="9351055" y="1398806"/>
            <a:ext cx="3830551" cy="817245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F1ACF0-B29B-5D92-D12A-D81BCFA2CD44}"/>
              </a:ext>
            </a:extLst>
          </p:cNvPr>
          <p:cNvSpPr txBox="1"/>
          <p:nvPr/>
        </p:nvSpPr>
        <p:spPr>
          <a:xfrm>
            <a:off x="10262279" y="3393039"/>
            <a:ext cx="2008102" cy="817245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4: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Analysis &amp; Visualizations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FE93AA-28A4-95A7-7271-6731AAA10005}"/>
              </a:ext>
            </a:extLst>
          </p:cNvPr>
          <p:cNvSpPr txBox="1"/>
          <p:nvPr/>
        </p:nvSpPr>
        <p:spPr>
          <a:xfrm>
            <a:off x="14638248" y="1650233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5: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Outputs &amp; Delivery</a:t>
            </a:r>
          </a:p>
        </p:txBody>
      </p:sp>
      <p:sp>
        <p:nvSpPr>
          <p:cNvPr id="6144" name="TextBox 6143">
            <a:extLst>
              <a:ext uri="{FF2B5EF4-FFF2-40B4-BE49-F238E27FC236}">
                <a16:creationId xmlns:a16="http://schemas.microsoft.com/office/drawing/2014/main" id="{6C604BB5-2F39-9B7C-139B-96F63A0100AB}"/>
              </a:ext>
            </a:extLst>
          </p:cNvPr>
          <p:cNvSpPr txBox="1"/>
          <p:nvPr/>
        </p:nvSpPr>
        <p:spPr>
          <a:xfrm>
            <a:off x="13748196" y="3290813"/>
            <a:ext cx="3830551" cy="817245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cxnSp>
        <p:nvCxnSpPr>
          <p:cNvPr id="6145" name="Straight Connector 6144">
            <a:extLst>
              <a:ext uri="{FF2B5EF4-FFF2-40B4-BE49-F238E27FC236}">
                <a16:creationId xmlns:a16="http://schemas.microsoft.com/office/drawing/2014/main" id="{1BAE3255-1485-1A90-EBE1-DB660FEC011A}"/>
              </a:ext>
            </a:extLst>
          </p:cNvPr>
          <p:cNvCxnSpPr>
            <a:cxnSpLocks/>
          </p:cNvCxnSpPr>
          <p:nvPr/>
        </p:nvCxnSpPr>
        <p:spPr>
          <a:xfrm>
            <a:off x="15642299" y="2364161"/>
            <a:ext cx="0" cy="79782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mong us player red - Sport &amp; Games Icons">
            <a:extLst>
              <a:ext uri="{FF2B5EF4-FFF2-40B4-BE49-F238E27FC236}">
                <a16:creationId xmlns:a16="http://schemas.microsoft.com/office/drawing/2014/main" id="{C2F36EEE-C394-B79A-599D-966DA5B04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7319" y="2422784"/>
            <a:ext cx="406124" cy="36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6152" descr="A yellow and white logo&#10;&#10;AI-generated content may be incorrect.">
            <a:extLst>
              <a:ext uri="{FF2B5EF4-FFF2-40B4-BE49-F238E27FC236}">
                <a16:creationId xmlns:a16="http://schemas.microsoft.com/office/drawing/2014/main" id="{74FE07CC-2CE6-BE07-3199-6569CC54C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4314" y="2511023"/>
            <a:ext cx="287802" cy="287802"/>
          </a:xfrm>
          <a:prstGeom prst="rect">
            <a:avLst/>
          </a:prstGeom>
        </p:spPr>
      </p:pic>
      <p:pic>
        <p:nvPicPr>
          <p:cNvPr id="8" name="Picture 7" descr="A dog with its paws up&#10;&#10;AI-generated content may be incorrect.">
            <a:extLst>
              <a:ext uri="{FF2B5EF4-FFF2-40B4-BE49-F238E27FC236}">
                <a16:creationId xmlns:a16="http://schemas.microsoft.com/office/drawing/2014/main" id="{95EBFC73-66CC-B5F1-3BED-15C036629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2427" y="2422784"/>
            <a:ext cx="473814" cy="47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79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A6589D7F-355C-3EDE-1C75-3965779C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9;p54">
            <a:extLst>
              <a:ext uri="{FF2B5EF4-FFF2-40B4-BE49-F238E27FC236}">
                <a16:creationId xmlns:a16="http://schemas.microsoft.com/office/drawing/2014/main" id="{D86BA7D9-219E-868E-DBA3-6E12FB4E1359}"/>
              </a:ext>
            </a:extLst>
          </p:cNvPr>
          <p:cNvSpPr/>
          <p:nvPr/>
        </p:nvSpPr>
        <p:spPr>
          <a:xfrm>
            <a:off x="0" y="-130241"/>
            <a:ext cx="426504" cy="525492"/>
          </a:xfrm>
          <a:custGeom>
            <a:avLst/>
            <a:gdLst/>
            <a:ahLst/>
            <a:cxnLst/>
            <a:rect l="l" t="t" r="r" b="b"/>
            <a:pathLst>
              <a:path w="19725" h="24303" extrusionOk="0">
                <a:moveTo>
                  <a:pt x="13351" y="0"/>
                </a:moveTo>
                <a:cubicBezTo>
                  <a:pt x="12948" y="0"/>
                  <a:pt x="12556" y="32"/>
                  <a:pt x="12186" y="95"/>
                </a:cubicBezTo>
                <a:cubicBezTo>
                  <a:pt x="8533" y="708"/>
                  <a:pt x="4734" y="3484"/>
                  <a:pt x="2806" y="6669"/>
                </a:cubicBezTo>
                <a:cubicBezTo>
                  <a:pt x="614" y="9942"/>
                  <a:pt x="1" y="14208"/>
                  <a:pt x="1579" y="17861"/>
                </a:cubicBezTo>
                <a:cubicBezTo>
                  <a:pt x="3060" y="21460"/>
                  <a:pt x="7356" y="24302"/>
                  <a:pt x="11372" y="24302"/>
                </a:cubicBezTo>
                <a:cubicBezTo>
                  <a:pt x="13615" y="24302"/>
                  <a:pt x="15771" y="23416"/>
                  <a:pt x="17299" y="21279"/>
                </a:cubicBezTo>
                <a:cubicBezTo>
                  <a:pt x="19725" y="17861"/>
                  <a:pt x="13150" y="14939"/>
                  <a:pt x="11572" y="12864"/>
                </a:cubicBezTo>
                <a:cubicBezTo>
                  <a:pt x="9614" y="10556"/>
                  <a:pt x="12916" y="9328"/>
                  <a:pt x="14728" y="8978"/>
                </a:cubicBezTo>
                <a:cubicBezTo>
                  <a:pt x="16686" y="8481"/>
                  <a:pt x="18760" y="8247"/>
                  <a:pt x="19345" y="5939"/>
                </a:cubicBezTo>
                <a:cubicBezTo>
                  <a:pt x="19491" y="5442"/>
                  <a:pt x="19608" y="4945"/>
                  <a:pt x="19608" y="4478"/>
                </a:cubicBezTo>
                <a:cubicBezTo>
                  <a:pt x="19378" y="1493"/>
                  <a:pt x="16119" y="0"/>
                  <a:pt x="133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15;p54">
            <a:extLst>
              <a:ext uri="{FF2B5EF4-FFF2-40B4-BE49-F238E27FC236}">
                <a16:creationId xmlns:a16="http://schemas.microsoft.com/office/drawing/2014/main" id="{5EAE3159-D7B0-EF89-374C-C01E5274DFB3}"/>
              </a:ext>
            </a:extLst>
          </p:cNvPr>
          <p:cNvSpPr/>
          <p:nvPr/>
        </p:nvSpPr>
        <p:spPr>
          <a:xfrm rot="9337978">
            <a:off x="683491" y="80107"/>
            <a:ext cx="1079207" cy="275759"/>
          </a:xfrm>
          <a:custGeom>
            <a:avLst/>
            <a:gdLst/>
            <a:ahLst/>
            <a:cxnLst/>
            <a:rect l="l" t="t" r="r" b="b"/>
            <a:pathLst>
              <a:path w="49910" h="12753" extrusionOk="0">
                <a:moveTo>
                  <a:pt x="45588" y="0"/>
                </a:moveTo>
                <a:cubicBezTo>
                  <a:pt x="45330" y="0"/>
                  <a:pt x="45066" y="20"/>
                  <a:pt x="44796" y="61"/>
                </a:cubicBezTo>
                <a:cubicBezTo>
                  <a:pt x="42605" y="441"/>
                  <a:pt x="40413" y="908"/>
                  <a:pt x="38222" y="1405"/>
                </a:cubicBezTo>
                <a:cubicBezTo>
                  <a:pt x="30120" y="3198"/>
                  <a:pt x="22017" y="4928"/>
                  <a:pt x="13774" y="4928"/>
                </a:cubicBezTo>
                <a:cubicBezTo>
                  <a:pt x="10868" y="4928"/>
                  <a:pt x="7945" y="4713"/>
                  <a:pt x="4998" y="4210"/>
                </a:cubicBezTo>
                <a:cubicBezTo>
                  <a:pt x="4706" y="4167"/>
                  <a:pt x="4425" y="4146"/>
                  <a:pt x="4157" y="4146"/>
                </a:cubicBezTo>
                <a:cubicBezTo>
                  <a:pt x="2059" y="4146"/>
                  <a:pt x="688" y="5423"/>
                  <a:pt x="351" y="7366"/>
                </a:cubicBezTo>
                <a:cubicBezTo>
                  <a:pt x="1" y="9441"/>
                  <a:pt x="1345" y="11252"/>
                  <a:pt x="4267" y="11983"/>
                </a:cubicBezTo>
                <a:cubicBezTo>
                  <a:pt x="4501" y="11983"/>
                  <a:pt x="4998" y="12129"/>
                  <a:pt x="5582" y="12246"/>
                </a:cubicBezTo>
                <a:cubicBezTo>
                  <a:pt x="8298" y="12597"/>
                  <a:pt x="10994" y="12753"/>
                  <a:pt x="13675" y="12753"/>
                </a:cubicBezTo>
                <a:cubicBezTo>
                  <a:pt x="24837" y="12753"/>
                  <a:pt x="35728" y="10051"/>
                  <a:pt x="46637" y="7483"/>
                </a:cubicBezTo>
                <a:cubicBezTo>
                  <a:pt x="48829" y="7015"/>
                  <a:pt x="49910" y="4941"/>
                  <a:pt x="49413" y="2866"/>
                </a:cubicBezTo>
                <a:cubicBezTo>
                  <a:pt x="49103" y="1137"/>
                  <a:pt x="47540" y="0"/>
                  <a:pt x="455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317;p54">
            <a:extLst>
              <a:ext uri="{FF2B5EF4-FFF2-40B4-BE49-F238E27FC236}">
                <a16:creationId xmlns:a16="http://schemas.microsoft.com/office/drawing/2014/main" id="{01A6E06C-9745-0220-2880-2732FCDAB52E}"/>
              </a:ext>
            </a:extLst>
          </p:cNvPr>
          <p:cNvSpPr/>
          <p:nvPr/>
        </p:nvSpPr>
        <p:spPr>
          <a:xfrm>
            <a:off x="168710" y="566214"/>
            <a:ext cx="515588" cy="415541"/>
          </a:xfrm>
          <a:custGeom>
            <a:avLst/>
            <a:gdLst/>
            <a:ahLst/>
            <a:cxnLst/>
            <a:rect l="l" t="t" r="r" b="b"/>
            <a:pathLst>
              <a:path w="23845" h="19218" extrusionOk="0">
                <a:moveTo>
                  <a:pt x="4517" y="0"/>
                </a:moveTo>
                <a:cubicBezTo>
                  <a:pt x="3914" y="0"/>
                  <a:pt x="3327" y="138"/>
                  <a:pt x="2777" y="414"/>
                </a:cubicBezTo>
                <a:cubicBezTo>
                  <a:pt x="848" y="1758"/>
                  <a:pt x="1" y="3832"/>
                  <a:pt x="965" y="5761"/>
                </a:cubicBezTo>
                <a:cubicBezTo>
                  <a:pt x="1578" y="6988"/>
                  <a:pt x="2543" y="8332"/>
                  <a:pt x="3653" y="9180"/>
                </a:cubicBezTo>
                <a:cubicBezTo>
                  <a:pt x="7540" y="12219"/>
                  <a:pt x="11426" y="15141"/>
                  <a:pt x="15458" y="17946"/>
                </a:cubicBezTo>
                <a:cubicBezTo>
                  <a:pt x="16694" y="18808"/>
                  <a:pt x="17902" y="19217"/>
                  <a:pt x="18991" y="19217"/>
                </a:cubicBezTo>
                <a:cubicBezTo>
                  <a:pt x="20374" y="19217"/>
                  <a:pt x="21566" y="18558"/>
                  <a:pt x="22384" y="17332"/>
                </a:cubicBezTo>
                <a:cubicBezTo>
                  <a:pt x="23845" y="15141"/>
                  <a:pt x="22997" y="12949"/>
                  <a:pt x="20192" y="10875"/>
                </a:cubicBezTo>
                <a:cubicBezTo>
                  <a:pt x="15926" y="7719"/>
                  <a:pt x="11689" y="4417"/>
                  <a:pt x="7540" y="1144"/>
                </a:cubicBezTo>
                <a:cubicBezTo>
                  <a:pt x="6556" y="379"/>
                  <a:pt x="5516" y="0"/>
                  <a:pt x="45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30D62-0866-40E5-A9F6-8BB26F9EDBF9}"/>
              </a:ext>
            </a:extLst>
          </p:cNvPr>
          <p:cNvSpPr txBox="1"/>
          <p:nvPr/>
        </p:nvSpPr>
        <p:spPr>
          <a:xfrm>
            <a:off x="2197100" y="250764"/>
            <a:ext cx="7004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nton" pitchFamily="2" charset="0"/>
              </a:rPr>
              <a:t>Typical Small Data Pipeline Architecture</a:t>
            </a:r>
          </a:p>
        </p:txBody>
      </p:sp>
      <p:pic>
        <p:nvPicPr>
          <p:cNvPr id="6146" name="Picture 2" descr="Architecture - Free art and design icons">
            <a:extLst>
              <a:ext uri="{FF2B5EF4-FFF2-40B4-BE49-F238E27FC236}">
                <a16:creationId xmlns:a16="http://schemas.microsoft.com/office/drawing/2014/main" id="{125F8189-6107-CF08-DB90-3B5552C0C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627" y="198581"/>
            <a:ext cx="627586" cy="62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CC2AE5-2BBB-0168-68F3-8D3E1985AD23}"/>
              </a:ext>
            </a:extLst>
          </p:cNvPr>
          <p:cNvCxnSpPr>
            <a:cxnSpLocks/>
          </p:cNvCxnSpPr>
          <p:nvPr/>
        </p:nvCxnSpPr>
        <p:spPr>
          <a:xfrm flipV="1">
            <a:off x="-6475195" y="2695663"/>
            <a:ext cx="18816336" cy="58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D682170-367B-494B-9629-15E53156E2E1}"/>
              </a:ext>
            </a:extLst>
          </p:cNvPr>
          <p:cNvSpPr txBox="1"/>
          <p:nvPr/>
        </p:nvSpPr>
        <p:spPr>
          <a:xfrm>
            <a:off x="-7479246" y="1706053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1: </a:t>
            </a:r>
          </a:p>
          <a:p>
            <a:pPr algn="ctr"/>
            <a:r>
              <a:rPr lang="en-US" b="1" dirty="0">
                <a:solidFill>
                  <a:schemeClr val="bg2"/>
                </a:solidFill>
              </a:rPr>
              <a:t>Data Ingestion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65594C-DA5F-4A24-51C7-2A2783DFF1AF}"/>
              </a:ext>
            </a:extLst>
          </p:cNvPr>
          <p:cNvCxnSpPr>
            <a:cxnSpLocks/>
          </p:cNvCxnSpPr>
          <p:nvPr/>
        </p:nvCxnSpPr>
        <p:spPr>
          <a:xfrm>
            <a:off x="-6475195" y="2366574"/>
            <a:ext cx="0" cy="79782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84DA613-7754-ECAB-E5DD-E851FFF3BB57}"/>
              </a:ext>
            </a:extLst>
          </p:cNvPr>
          <p:cNvSpPr txBox="1"/>
          <p:nvPr/>
        </p:nvSpPr>
        <p:spPr>
          <a:xfrm>
            <a:off x="-8304745" y="3289877"/>
            <a:ext cx="3830551" cy="1293971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Sources:</a:t>
            </a:r>
            <a:r>
              <a:rPr lang="en-US"/>
              <a:t> Web apps, IoT devices, APIs, manual uploads.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Tools:</a:t>
            </a:r>
            <a:r>
              <a:rPr lang="en-US"/>
              <a:t> CSV uploads, API integration, lightweight ETL tools (e.g., Apache NiFi, Pandas).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18AE8C-4745-DF3A-1883-C8ECAD7EC242}"/>
              </a:ext>
            </a:extLst>
          </p:cNvPr>
          <p:cNvSpPr txBox="1"/>
          <p:nvPr/>
        </p:nvSpPr>
        <p:spPr>
          <a:xfrm>
            <a:off x="-3939120" y="1217889"/>
            <a:ext cx="3830550" cy="10556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&amp; Formatting – Removing duplicates, handling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Tools: Python (Pandas, NumPy), SQL queries, lightweight ETL scripts.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477AE9-13FC-4BAE-C749-A1B528A64878}"/>
              </a:ext>
            </a:extLst>
          </p:cNvPr>
          <p:cNvCxnSpPr>
            <a:cxnSpLocks/>
          </p:cNvCxnSpPr>
          <p:nvPr/>
        </p:nvCxnSpPr>
        <p:spPr>
          <a:xfrm>
            <a:off x="-2023845" y="2355134"/>
            <a:ext cx="0" cy="7978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D013D31-D300-BB4A-658B-9266439DD183}"/>
              </a:ext>
            </a:extLst>
          </p:cNvPr>
          <p:cNvSpPr txBox="1"/>
          <p:nvPr/>
        </p:nvSpPr>
        <p:spPr>
          <a:xfrm>
            <a:off x="-3027896" y="3390857"/>
            <a:ext cx="20081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2: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Processing &amp; Transformation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0A7754-D7E5-78B3-D620-A9D462118214}"/>
              </a:ext>
            </a:extLst>
          </p:cNvPr>
          <p:cNvSpPr txBox="1"/>
          <p:nvPr/>
        </p:nvSpPr>
        <p:spPr>
          <a:xfrm>
            <a:off x="1337728" y="1706053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3: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</a:rPr>
              <a:t>Storage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43C2F1-AD54-B070-684B-B2623EC2CC57}"/>
              </a:ext>
            </a:extLst>
          </p:cNvPr>
          <p:cNvSpPr txBox="1"/>
          <p:nvPr/>
        </p:nvSpPr>
        <p:spPr>
          <a:xfrm>
            <a:off x="426504" y="3289877"/>
            <a:ext cx="3830551" cy="12939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structured data</a:t>
            </a:r>
            <a:r>
              <a:rPr lang="en-US" dirty="0"/>
              <a:t>: MySQL, SQLite.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semi-structured data</a:t>
            </a:r>
            <a:r>
              <a:rPr lang="en-US" dirty="0"/>
              <a:t>: MongoDB, Firebase.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unstructured data</a:t>
            </a:r>
            <a:r>
              <a:rPr lang="en-US" dirty="0"/>
              <a:t>: Cloud storage, local file systems.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5E22EF0-EE72-4ED8-93A3-11A4679CC5F7}"/>
              </a:ext>
            </a:extLst>
          </p:cNvPr>
          <p:cNvCxnSpPr>
            <a:cxnSpLocks/>
          </p:cNvCxnSpPr>
          <p:nvPr/>
        </p:nvCxnSpPr>
        <p:spPr>
          <a:xfrm>
            <a:off x="2341779" y="2355134"/>
            <a:ext cx="0" cy="79782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10FBD6A-7D01-461F-B802-4087860DA1EE}"/>
              </a:ext>
            </a:extLst>
          </p:cNvPr>
          <p:cNvCxnSpPr>
            <a:cxnSpLocks/>
          </p:cNvCxnSpPr>
          <p:nvPr/>
        </p:nvCxnSpPr>
        <p:spPr>
          <a:xfrm>
            <a:off x="6835173" y="2366574"/>
            <a:ext cx="0" cy="7978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635E4E7-2E69-1581-CDE0-E8A7CE5F68E4}"/>
              </a:ext>
            </a:extLst>
          </p:cNvPr>
          <p:cNvSpPr txBox="1"/>
          <p:nvPr/>
        </p:nvSpPr>
        <p:spPr>
          <a:xfrm>
            <a:off x="4919897" y="1354026"/>
            <a:ext cx="3830551" cy="817245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DC9BBB-5D7E-BA8C-9F3C-8A5EA8DECB20}"/>
              </a:ext>
            </a:extLst>
          </p:cNvPr>
          <p:cNvSpPr txBox="1"/>
          <p:nvPr/>
        </p:nvSpPr>
        <p:spPr>
          <a:xfrm>
            <a:off x="5831121" y="3348259"/>
            <a:ext cx="2008102" cy="817245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4: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Analysis &amp; Visualizations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D5E468-4FD5-1D19-E70A-4135A1A3C099}"/>
              </a:ext>
            </a:extLst>
          </p:cNvPr>
          <p:cNvSpPr txBox="1"/>
          <p:nvPr/>
        </p:nvSpPr>
        <p:spPr>
          <a:xfrm>
            <a:off x="10207090" y="1605453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5: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Outputs &amp; Delivery</a:t>
            </a:r>
          </a:p>
        </p:txBody>
      </p:sp>
      <p:sp>
        <p:nvSpPr>
          <p:cNvPr id="6144" name="TextBox 6143">
            <a:extLst>
              <a:ext uri="{FF2B5EF4-FFF2-40B4-BE49-F238E27FC236}">
                <a16:creationId xmlns:a16="http://schemas.microsoft.com/office/drawing/2014/main" id="{D1B8E4BD-22FC-1257-524E-993D09E74EE7}"/>
              </a:ext>
            </a:extLst>
          </p:cNvPr>
          <p:cNvSpPr txBox="1"/>
          <p:nvPr/>
        </p:nvSpPr>
        <p:spPr>
          <a:xfrm>
            <a:off x="9317038" y="3246033"/>
            <a:ext cx="3830551" cy="817245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cxnSp>
        <p:nvCxnSpPr>
          <p:cNvPr id="6145" name="Straight Connector 6144">
            <a:extLst>
              <a:ext uri="{FF2B5EF4-FFF2-40B4-BE49-F238E27FC236}">
                <a16:creationId xmlns:a16="http://schemas.microsoft.com/office/drawing/2014/main" id="{F31DA1AD-AE22-97CE-A34D-F1345E68B4F0}"/>
              </a:ext>
            </a:extLst>
          </p:cNvPr>
          <p:cNvCxnSpPr>
            <a:cxnSpLocks/>
          </p:cNvCxnSpPr>
          <p:nvPr/>
        </p:nvCxnSpPr>
        <p:spPr>
          <a:xfrm>
            <a:off x="11211141" y="2319381"/>
            <a:ext cx="0" cy="79782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mong us player red - Sport &amp; Games Icons">
            <a:extLst>
              <a:ext uri="{FF2B5EF4-FFF2-40B4-BE49-F238E27FC236}">
                <a16:creationId xmlns:a16="http://schemas.microsoft.com/office/drawing/2014/main" id="{7CE94625-8195-05B9-EE35-865C5345B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185" y="2366574"/>
            <a:ext cx="406124" cy="36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yellow and white logo&#10;&#10;AI-generated content may be incorrect.">
            <a:extLst>
              <a:ext uri="{FF2B5EF4-FFF2-40B4-BE49-F238E27FC236}">
                <a16:creationId xmlns:a16="http://schemas.microsoft.com/office/drawing/2014/main" id="{0BE7BDEF-67E9-44F8-344E-3D0F5CE8F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894" y="2454813"/>
            <a:ext cx="287802" cy="287802"/>
          </a:xfrm>
          <a:prstGeom prst="rect">
            <a:avLst/>
          </a:prstGeom>
        </p:spPr>
      </p:pic>
      <p:pic>
        <p:nvPicPr>
          <p:cNvPr id="7" name="Picture 6" descr="A dog with its paws up&#10;&#10;AI-generated content may be incorrect.">
            <a:extLst>
              <a:ext uri="{FF2B5EF4-FFF2-40B4-BE49-F238E27FC236}">
                <a16:creationId xmlns:a16="http://schemas.microsoft.com/office/drawing/2014/main" id="{903E78EE-DD55-4BBF-C84E-829B8EB51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2384" y="2396190"/>
            <a:ext cx="473814" cy="47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38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B66AEC2C-DC04-97D3-0C35-E91C1B81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9;p54">
            <a:extLst>
              <a:ext uri="{FF2B5EF4-FFF2-40B4-BE49-F238E27FC236}">
                <a16:creationId xmlns:a16="http://schemas.microsoft.com/office/drawing/2014/main" id="{A0CA6CD6-9692-64D1-870B-AAEE17B1A026}"/>
              </a:ext>
            </a:extLst>
          </p:cNvPr>
          <p:cNvSpPr/>
          <p:nvPr/>
        </p:nvSpPr>
        <p:spPr>
          <a:xfrm>
            <a:off x="0" y="-130241"/>
            <a:ext cx="426504" cy="525492"/>
          </a:xfrm>
          <a:custGeom>
            <a:avLst/>
            <a:gdLst/>
            <a:ahLst/>
            <a:cxnLst/>
            <a:rect l="l" t="t" r="r" b="b"/>
            <a:pathLst>
              <a:path w="19725" h="24303" extrusionOk="0">
                <a:moveTo>
                  <a:pt x="13351" y="0"/>
                </a:moveTo>
                <a:cubicBezTo>
                  <a:pt x="12948" y="0"/>
                  <a:pt x="12556" y="32"/>
                  <a:pt x="12186" y="95"/>
                </a:cubicBezTo>
                <a:cubicBezTo>
                  <a:pt x="8533" y="708"/>
                  <a:pt x="4734" y="3484"/>
                  <a:pt x="2806" y="6669"/>
                </a:cubicBezTo>
                <a:cubicBezTo>
                  <a:pt x="614" y="9942"/>
                  <a:pt x="1" y="14208"/>
                  <a:pt x="1579" y="17861"/>
                </a:cubicBezTo>
                <a:cubicBezTo>
                  <a:pt x="3060" y="21460"/>
                  <a:pt x="7356" y="24302"/>
                  <a:pt x="11372" y="24302"/>
                </a:cubicBezTo>
                <a:cubicBezTo>
                  <a:pt x="13615" y="24302"/>
                  <a:pt x="15771" y="23416"/>
                  <a:pt x="17299" y="21279"/>
                </a:cubicBezTo>
                <a:cubicBezTo>
                  <a:pt x="19725" y="17861"/>
                  <a:pt x="13150" y="14939"/>
                  <a:pt x="11572" y="12864"/>
                </a:cubicBezTo>
                <a:cubicBezTo>
                  <a:pt x="9614" y="10556"/>
                  <a:pt x="12916" y="9328"/>
                  <a:pt x="14728" y="8978"/>
                </a:cubicBezTo>
                <a:cubicBezTo>
                  <a:pt x="16686" y="8481"/>
                  <a:pt x="18760" y="8247"/>
                  <a:pt x="19345" y="5939"/>
                </a:cubicBezTo>
                <a:cubicBezTo>
                  <a:pt x="19491" y="5442"/>
                  <a:pt x="19608" y="4945"/>
                  <a:pt x="19608" y="4478"/>
                </a:cubicBezTo>
                <a:cubicBezTo>
                  <a:pt x="19378" y="1493"/>
                  <a:pt x="16119" y="0"/>
                  <a:pt x="133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15;p54">
            <a:extLst>
              <a:ext uri="{FF2B5EF4-FFF2-40B4-BE49-F238E27FC236}">
                <a16:creationId xmlns:a16="http://schemas.microsoft.com/office/drawing/2014/main" id="{F5999936-18DD-9E3B-2A9D-91171B1BBC84}"/>
              </a:ext>
            </a:extLst>
          </p:cNvPr>
          <p:cNvSpPr/>
          <p:nvPr/>
        </p:nvSpPr>
        <p:spPr>
          <a:xfrm rot="9337978">
            <a:off x="683491" y="80107"/>
            <a:ext cx="1079207" cy="275759"/>
          </a:xfrm>
          <a:custGeom>
            <a:avLst/>
            <a:gdLst/>
            <a:ahLst/>
            <a:cxnLst/>
            <a:rect l="l" t="t" r="r" b="b"/>
            <a:pathLst>
              <a:path w="49910" h="12753" extrusionOk="0">
                <a:moveTo>
                  <a:pt x="45588" y="0"/>
                </a:moveTo>
                <a:cubicBezTo>
                  <a:pt x="45330" y="0"/>
                  <a:pt x="45066" y="20"/>
                  <a:pt x="44796" y="61"/>
                </a:cubicBezTo>
                <a:cubicBezTo>
                  <a:pt x="42605" y="441"/>
                  <a:pt x="40413" y="908"/>
                  <a:pt x="38222" y="1405"/>
                </a:cubicBezTo>
                <a:cubicBezTo>
                  <a:pt x="30120" y="3198"/>
                  <a:pt x="22017" y="4928"/>
                  <a:pt x="13774" y="4928"/>
                </a:cubicBezTo>
                <a:cubicBezTo>
                  <a:pt x="10868" y="4928"/>
                  <a:pt x="7945" y="4713"/>
                  <a:pt x="4998" y="4210"/>
                </a:cubicBezTo>
                <a:cubicBezTo>
                  <a:pt x="4706" y="4167"/>
                  <a:pt x="4425" y="4146"/>
                  <a:pt x="4157" y="4146"/>
                </a:cubicBezTo>
                <a:cubicBezTo>
                  <a:pt x="2059" y="4146"/>
                  <a:pt x="688" y="5423"/>
                  <a:pt x="351" y="7366"/>
                </a:cubicBezTo>
                <a:cubicBezTo>
                  <a:pt x="1" y="9441"/>
                  <a:pt x="1345" y="11252"/>
                  <a:pt x="4267" y="11983"/>
                </a:cubicBezTo>
                <a:cubicBezTo>
                  <a:pt x="4501" y="11983"/>
                  <a:pt x="4998" y="12129"/>
                  <a:pt x="5582" y="12246"/>
                </a:cubicBezTo>
                <a:cubicBezTo>
                  <a:pt x="8298" y="12597"/>
                  <a:pt x="10994" y="12753"/>
                  <a:pt x="13675" y="12753"/>
                </a:cubicBezTo>
                <a:cubicBezTo>
                  <a:pt x="24837" y="12753"/>
                  <a:pt x="35728" y="10051"/>
                  <a:pt x="46637" y="7483"/>
                </a:cubicBezTo>
                <a:cubicBezTo>
                  <a:pt x="48829" y="7015"/>
                  <a:pt x="49910" y="4941"/>
                  <a:pt x="49413" y="2866"/>
                </a:cubicBezTo>
                <a:cubicBezTo>
                  <a:pt x="49103" y="1137"/>
                  <a:pt x="47540" y="0"/>
                  <a:pt x="455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317;p54">
            <a:extLst>
              <a:ext uri="{FF2B5EF4-FFF2-40B4-BE49-F238E27FC236}">
                <a16:creationId xmlns:a16="http://schemas.microsoft.com/office/drawing/2014/main" id="{CEAC34B9-B872-CCFD-FB2E-872C52923ADE}"/>
              </a:ext>
            </a:extLst>
          </p:cNvPr>
          <p:cNvSpPr/>
          <p:nvPr/>
        </p:nvSpPr>
        <p:spPr>
          <a:xfrm>
            <a:off x="168710" y="566214"/>
            <a:ext cx="515588" cy="415541"/>
          </a:xfrm>
          <a:custGeom>
            <a:avLst/>
            <a:gdLst/>
            <a:ahLst/>
            <a:cxnLst/>
            <a:rect l="l" t="t" r="r" b="b"/>
            <a:pathLst>
              <a:path w="23845" h="19218" extrusionOk="0">
                <a:moveTo>
                  <a:pt x="4517" y="0"/>
                </a:moveTo>
                <a:cubicBezTo>
                  <a:pt x="3914" y="0"/>
                  <a:pt x="3327" y="138"/>
                  <a:pt x="2777" y="414"/>
                </a:cubicBezTo>
                <a:cubicBezTo>
                  <a:pt x="848" y="1758"/>
                  <a:pt x="1" y="3832"/>
                  <a:pt x="965" y="5761"/>
                </a:cubicBezTo>
                <a:cubicBezTo>
                  <a:pt x="1578" y="6988"/>
                  <a:pt x="2543" y="8332"/>
                  <a:pt x="3653" y="9180"/>
                </a:cubicBezTo>
                <a:cubicBezTo>
                  <a:pt x="7540" y="12219"/>
                  <a:pt x="11426" y="15141"/>
                  <a:pt x="15458" y="17946"/>
                </a:cubicBezTo>
                <a:cubicBezTo>
                  <a:pt x="16694" y="18808"/>
                  <a:pt x="17902" y="19217"/>
                  <a:pt x="18991" y="19217"/>
                </a:cubicBezTo>
                <a:cubicBezTo>
                  <a:pt x="20374" y="19217"/>
                  <a:pt x="21566" y="18558"/>
                  <a:pt x="22384" y="17332"/>
                </a:cubicBezTo>
                <a:cubicBezTo>
                  <a:pt x="23845" y="15141"/>
                  <a:pt x="22997" y="12949"/>
                  <a:pt x="20192" y="10875"/>
                </a:cubicBezTo>
                <a:cubicBezTo>
                  <a:pt x="15926" y="7719"/>
                  <a:pt x="11689" y="4417"/>
                  <a:pt x="7540" y="1144"/>
                </a:cubicBezTo>
                <a:cubicBezTo>
                  <a:pt x="6556" y="379"/>
                  <a:pt x="5516" y="0"/>
                  <a:pt x="45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7E02EE-CD6D-4BBE-48A0-D5289545ACF6}"/>
              </a:ext>
            </a:extLst>
          </p:cNvPr>
          <p:cNvSpPr txBox="1"/>
          <p:nvPr/>
        </p:nvSpPr>
        <p:spPr>
          <a:xfrm>
            <a:off x="2197100" y="250764"/>
            <a:ext cx="7004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nton" pitchFamily="2" charset="0"/>
              </a:rPr>
              <a:t>Typical Small Data Pipeline Architecture</a:t>
            </a:r>
          </a:p>
        </p:txBody>
      </p:sp>
      <p:pic>
        <p:nvPicPr>
          <p:cNvPr id="6146" name="Picture 2" descr="Architecture - Free art and design icons">
            <a:extLst>
              <a:ext uri="{FF2B5EF4-FFF2-40B4-BE49-F238E27FC236}">
                <a16:creationId xmlns:a16="http://schemas.microsoft.com/office/drawing/2014/main" id="{6494DF8D-26B3-ACFE-6332-34728715B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627" y="198581"/>
            <a:ext cx="627586" cy="62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176D88-BA28-3BDF-434D-78710E2D0372}"/>
              </a:ext>
            </a:extLst>
          </p:cNvPr>
          <p:cNvCxnSpPr>
            <a:cxnSpLocks/>
          </p:cNvCxnSpPr>
          <p:nvPr/>
        </p:nvCxnSpPr>
        <p:spPr>
          <a:xfrm flipV="1">
            <a:off x="-10934571" y="2689101"/>
            <a:ext cx="18816336" cy="58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9849AAF-20D4-454C-4934-BF35C740F3B4}"/>
              </a:ext>
            </a:extLst>
          </p:cNvPr>
          <p:cNvSpPr txBox="1"/>
          <p:nvPr/>
        </p:nvSpPr>
        <p:spPr>
          <a:xfrm>
            <a:off x="-11938622" y="1699491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1: </a:t>
            </a:r>
          </a:p>
          <a:p>
            <a:pPr algn="ctr"/>
            <a:r>
              <a:rPr lang="en-US" b="1" dirty="0">
                <a:solidFill>
                  <a:schemeClr val="bg2"/>
                </a:solidFill>
              </a:rPr>
              <a:t>Data Ingestion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279E02-4E80-3B2C-3425-31BD92389273}"/>
              </a:ext>
            </a:extLst>
          </p:cNvPr>
          <p:cNvCxnSpPr>
            <a:cxnSpLocks/>
          </p:cNvCxnSpPr>
          <p:nvPr/>
        </p:nvCxnSpPr>
        <p:spPr>
          <a:xfrm>
            <a:off x="-10934571" y="2360012"/>
            <a:ext cx="0" cy="79782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8231E35-7467-C104-6201-6087AB77D9BC}"/>
              </a:ext>
            </a:extLst>
          </p:cNvPr>
          <p:cNvSpPr txBox="1"/>
          <p:nvPr/>
        </p:nvSpPr>
        <p:spPr>
          <a:xfrm>
            <a:off x="-12764121" y="3283315"/>
            <a:ext cx="3830551" cy="1293971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Sources:</a:t>
            </a:r>
            <a:r>
              <a:rPr lang="en-US"/>
              <a:t> Web apps, IoT devices, APIs, manual uploads.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Tools:</a:t>
            </a:r>
            <a:r>
              <a:rPr lang="en-US"/>
              <a:t> CSV uploads, API integration, lightweight ETL tools (e.g., Apache NiFi, Pandas).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E14093-16F8-3189-B376-F9CD82042757}"/>
              </a:ext>
            </a:extLst>
          </p:cNvPr>
          <p:cNvSpPr txBox="1"/>
          <p:nvPr/>
        </p:nvSpPr>
        <p:spPr>
          <a:xfrm>
            <a:off x="-8398496" y="1211327"/>
            <a:ext cx="3830550" cy="10556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&amp; Formatting – Removing duplicates, handling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Tools: Python (Pandas, NumPy), SQL queries, lightweight ETL scripts.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2AE35D0-E04D-89F6-5915-987EBD6DF3C9}"/>
              </a:ext>
            </a:extLst>
          </p:cNvPr>
          <p:cNvCxnSpPr>
            <a:cxnSpLocks/>
          </p:cNvCxnSpPr>
          <p:nvPr/>
        </p:nvCxnSpPr>
        <p:spPr>
          <a:xfrm>
            <a:off x="-6483221" y="2348572"/>
            <a:ext cx="0" cy="7978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DC6BD66-D2EA-4C8F-52B4-052F08CCF8C9}"/>
              </a:ext>
            </a:extLst>
          </p:cNvPr>
          <p:cNvSpPr txBox="1"/>
          <p:nvPr/>
        </p:nvSpPr>
        <p:spPr>
          <a:xfrm>
            <a:off x="-7487272" y="3384295"/>
            <a:ext cx="20081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2: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Processing &amp; Transformation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1631C4-A3A8-A3E1-B47D-11722E213E53}"/>
              </a:ext>
            </a:extLst>
          </p:cNvPr>
          <p:cNvSpPr txBox="1"/>
          <p:nvPr/>
        </p:nvSpPr>
        <p:spPr>
          <a:xfrm>
            <a:off x="-3121648" y="1699491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3: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</a:rPr>
              <a:t>Storage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FC70FC-9781-1E31-A2DD-33BA2234F7E2}"/>
              </a:ext>
            </a:extLst>
          </p:cNvPr>
          <p:cNvSpPr txBox="1"/>
          <p:nvPr/>
        </p:nvSpPr>
        <p:spPr>
          <a:xfrm>
            <a:off x="-4032872" y="3283315"/>
            <a:ext cx="3830551" cy="12939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structured data</a:t>
            </a:r>
            <a:r>
              <a:rPr lang="en-US" dirty="0"/>
              <a:t>: MySQL, SQLite.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semi-structured data</a:t>
            </a:r>
            <a:r>
              <a:rPr lang="en-US" dirty="0"/>
              <a:t>: MongoDB, Firebase.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unstructured data</a:t>
            </a:r>
            <a:r>
              <a:rPr lang="en-US" dirty="0"/>
              <a:t>: Cloud storage, local file systems.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C5ACD0E-65F5-F770-5E07-137AF89DDE3C}"/>
              </a:ext>
            </a:extLst>
          </p:cNvPr>
          <p:cNvCxnSpPr>
            <a:cxnSpLocks/>
          </p:cNvCxnSpPr>
          <p:nvPr/>
        </p:nvCxnSpPr>
        <p:spPr>
          <a:xfrm>
            <a:off x="-2117597" y="2348572"/>
            <a:ext cx="0" cy="79782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CD6AAFA-C4E1-1706-F1D5-A44354BFDEA5}"/>
              </a:ext>
            </a:extLst>
          </p:cNvPr>
          <p:cNvCxnSpPr>
            <a:cxnSpLocks/>
          </p:cNvCxnSpPr>
          <p:nvPr/>
        </p:nvCxnSpPr>
        <p:spPr>
          <a:xfrm>
            <a:off x="2375797" y="2360012"/>
            <a:ext cx="0" cy="7978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DD7E07F-07DB-9931-AC1C-63CA2BA581B2}"/>
              </a:ext>
            </a:extLst>
          </p:cNvPr>
          <p:cNvSpPr txBox="1"/>
          <p:nvPr/>
        </p:nvSpPr>
        <p:spPr>
          <a:xfrm>
            <a:off x="460521" y="1347464"/>
            <a:ext cx="3830551" cy="817245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CFB6A5-79B5-718E-E234-1454E210DB5A}"/>
              </a:ext>
            </a:extLst>
          </p:cNvPr>
          <p:cNvSpPr txBox="1"/>
          <p:nvPr/>
        </p:nvSpPr>
        <p:spPr>
          <a:xfrm>
            <a:off x="1371745" y="3341697"/>
            <a:ext cx="2008102" cy="817245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4: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Analysis &amp; Visualizations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CE9FF7-3519-31B3-12EE-5EFCD50795DD}"/>
              </a:ext>
            </a:extLst>
          </p:cNvPr>
          <p:cNvSpPr txBox="1"/>
          <p:nvPr/>
        </p:nvSpPr>
        <p:spPr>
          <a:xfrm>
            <a:off x="5747714" y="1598891"/>
            <a:ext cx="2008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Step 5: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Outputs &amp; Delivery</a:t>
            </a:r>
          </a:p>
        </p:txBody>
      </p:sp>
      <p:sp>
        <p:nvSpPr>
          <p:cNvPr id="6144" name="TextBox 6143">
            <a:extLst>
              <a:ext uri="{FF2B5EF4-FFF2-40B4-BE49-F238E27FC236}">
                <a16:creationId xmlns:a16="http://schemas.microsoft.com/office/drawing/2014/main" id="{880C3676-D1A3-C124-5088-643791A2F333}"/>
              </a:ext>
            </a:extLst>
          </p:cNvPr>
          <p:cNvSpPr txBox="1"/>
          <p:nvPr/>
        </p:nvSpPr>
        <p:spPr>
          <a:xfrm>
            <a:off x="4857662" y="3239471"/>
            <a:ext cx="3830551" cy="817245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Tools:</a:t>
            </a:r>
            <a:r>
              <a:rPr lang="en-US" dirty="0"/>
              <a:t> Power BI, Tableau, Python (Matplotlib, Seaborn), Excel for small-scale analysis.</a:t>
            </a:r>
          </a:p>
        </p:txBody>
      </p:sp>
      <p:cxnSp>
        <p:nvCxnSpPr>
          <p:cNvPr id="6145" name="Straight Connector 6144">
            <a:extLst>
              <a:ext uri="{FF2B5EF4-FFF2-40B4-BE49-F238E27FC236}">
                <a16:creationId xmlns:a16="http://schemas.microsoft.com/office/drawing/2014/main" id="{0BF1286A-D6FE-E6B2-A637-E80B2D607846}"/>
              </a:ext>
            </a:extLst>
          </p:cNvPr>
          <p:cNvCxnSpPr>
            <a:cxnSpLocks/>
          </p:cNvCxnSpPr>
          <p:nvPr/>
        </p:nvCxnSpPr>
        <p:spPr>
          <a:xfrm>
            <a:off x="6751765" y="2312819"/>
            <a:ext cx="0" cy="79782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mong us player red - Sport &amp; Games Icons">
            <a:extLst>
              <a:ext uri="{FF2B5EF4-FFF2-40B4-BE49-F238E27FC236}">
                <a16:creationId xmlns:a16="http://schemas.microsoft.com/office/drawing/2014/main" id="{CE708B53-B6AC-EBE5-AE37-5B3DCEE63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015" y="2348572"/>
            <a:ext cx="406124" cy="36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yellow and white logo&#10;&#10;AI-generated content may be incorrect.">
            <a:extLst>
              <a:ext uri="{FF2B5EF4-FFF2-40B4-BE49-F238E27FC236}">
                <a16:creationId xmlns:a16="http://schemas.microsoft.com/office/drawing/2014/main" id="{2F08B826-D8C4-CDF1-B0F7-0251EE233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724" y="2436811"/>
            <a:ext cx="287802" cy="28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65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>
          <a:extLst>
            <a:ext uri="{FF2B5EF4-FFF2-40B4-BE49-F238E27FC236}">
              <a16:creationId xmlns:a16="http://schemas.microsoft.com/office/drawing/2014/main" id="{5A2244C0-569B-0F5D-15ED-4208FB05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6B59E3-0253-083D-5AB5-ADA35BAD4095}"/>
              </a:ext>
            </a:extLst>
          </p:cNvPr>
          <p:cNvSpPr txBox="1"/>
          <p:nvPr/>
        </p:nvSpPr>
        <p:spPr>
          <a:xfrm>
            <a:off x="333375" y="392212"/>
            <a:ext cx="5978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Why choose a Small Data Pipeline</a:t>
            </a:r>
          </a:p>
        </p:txBody>
      </p:sp>
      <p:pic>
        <p:nvPicPr>
          <p:cNvPr id="4098" name="Picture 2" descr="Question mark - Free shapes and symbols icons">
            <a:extLst>
              <a:ext uri="{FF2B5EF4-FFF2-40B4-BE49-F238E27FC236}">
                <a16:creationId xmlns:a16="http://schemas.microsoft.com/office/drawing/2014/main" id="{295B5DAB-8C06-DD0F-D438-C5A375BFA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051" y="320561"/>
            <a:ext cx="666522" cy="6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904F57-2616-84FF-BDD4-00B078BB8677}"/>
              </a:ext>
            </a:extLst>
          </p:cNvPr>
          <p:cNvSpPr txBox="1"/>
          <p:nvPr/>
        </p:nvSpPr>
        <p:spPr>
          <a:xfrm>
            <a:off x="2011363" y="1577387"/>
            <a:ext cx="541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Efficient &amp; Cost-Effective – Requires minimal resources and hardware.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9465D3-142F-1A0C-BF8B-702B1968FD47}"/>
              </a:ext>
            </a:extLst>
          </p:cNvPr>
          <p:cNvSpPr txBox="1"/>
          <p:nvPr/>
        </p:nvSpPr>
        <p:spPr>
          <a:xfrm>
            <a:off x="2011363" y="3430242"/>
            <a:ext cx="541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(If Needed) – Can grow into medium/large pipelines as data needs expand.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3787E-642C-2D83-0ACB-FAE627275DC3}"/>
              </a:ext>
            </a:extLst>
          </p:cNvPr>
          <p:cNvSpPr txBox="1"/>
          <p:nvPr/>
        </p:nvSpPr>
        <p:spPr>
          <a:xfrm>
            <a:off x="2011363" y="2537022"/>
            <a:ext cx="5416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Setup &amp; Maintenance – Easy to build, test, and iterate.</a:t>
            </a:r>
          </a:p>
        </p:txBody>
      </p:sp>
      <p:pic>
        <p:nvPicPr>
          <p:cNvPr id="14" name="Picture 12" descr="Efficiency Special Flat icon | Freepik">
            <a:extLst>
              <a:ext uri="{FF2B5EF4-FFF2-40B4-BE49-F238E27FC236}">
                <a16:creationId xmlns:a16="http://schemas.microsoft.com/office/drawing/2014/main" id="{42362298-E6A0-5EA4-D8C5-3FF92F905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486145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mple icons for free download | Freepik">
            <a:extLst>
              <a:ext uri="{FF2B5EF4-FFF2-40B4-BE49-F238E27FC236}">
                <a16:creationId xmlns:a16="http://schemas.microsoft.com/office/drawing/2014/main" id="{F84421CA-898D-1AD1-69B1-7C93A2CA4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2434961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calable - Free user icons">
            <a:extLst>
              <a:ext uri="{FF2B5EF4-FFF2-40B4-BE49-F238E27FC236}">
                <a16:creationId xmlns:a16="http://schemas.microsoft.com/office/drawing/2014/main" id="{8D64A4A7-8AB8-5811-C42E-BB57743CB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390" y="3427654"/>
            <a:ext cx="523220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901961"/>
      </p:ext>
    </p:extLst>
  </p:cSld>
  <p:clrMapOvr>
    <a:masterClrMapping/>
  </p:clrMapOvr>
</p:sld>
</file>

<file path=ppt/theme/theme1.xml><?xml version="1.0" encoding="utf-8"?>
<a:theme xmlns:a="http://schemas.openxmlformats.org/drawingml/2006/main" name="Squiggles Design Portfolio by Slidesgo">
  <a:themeElements>
    <a:clrScheme name="Simple Light">
      <a:dk1>
        <a:srgbClr val="363634"/>
      </a:dk1>
      <a:lt1>
        <a:srgbClr val="EEEEEE"/>
      </a:lt1>
      <a:dk2>
        <a:srgbClr val="1FB182"/>
      </a:dk2>
      <a:lt2>
        <a:srgbClr val="FF84A9"/>
      </a:lt2>
      <a:accent1>
        <a:srgbClr val="E9BF35"/>
      </a:accent1>
      <a:accent2>
        <a:srgbClr val="5DBBDB"/>
      </a:accent2>
      <a:accent3>
        <a:srgbClr val="FFFFFF"/>
      </a:accent3>
      <a:accent4>
        <a:srgbClr val="C2BCBC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962</Words>
  <Application>Microsoft Office PowerPoint</Application>
  <PresentationFormat>On-screen Show (16:9)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Anton</vt:lpstr>
      <vt:lpstr>Albert Sans Black</vt:lpstr>
      <vt:lpstr>Albert Sans ExtraBold</vt:lpstr>
      <vt:lpstr>Bebas Neue</vt:lpstr>
      <vt:lpstr>Arial</vt:lpstr>
      <vt:lpstr>Albert Sans</vt:lpstr>
      <vt:lpstr>Squiggles Design Portfolio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Unubold Luvsandagva</cp:lastModifiedBy>
  <cp:revision>2</cp:revision>
  <dcterms:modified xsi:type="dcterms:W3CDTF">2025-03-26T11:37:07Z</dcterms:modified>
</cp:coreProperties>
</file>